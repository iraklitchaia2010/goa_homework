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56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4:52:36.643"/>
    </inkml:context>
    <inkml:brush xml:id="br0">
      <inkml:brushProperty name="width" value="0.35" units="cm"/>
      <inkml:brushProperty name="height" value="0.35" units="cm"/>
      <inkml:brushProperty name="color" value="#008C3A"/>
    </inkml:brush>
  </inkml:definitions>
  <inkml:trace contextRef="#ctx0" brushRef="#br0">191 130 2128,'1'-14'5103,"1"14"-5058,0-1-1,1 0 1,-1 1 0,1 0 0,0-1 0,-1 1 0,1 0-1,-1 0 1,1 1 0,-1-1 0,1 0 0,-1 1-1,1 0 1,-1-1 0,1 1 0,-1 0 0,0 0-1,1 1 1,-1-1 0,0 0 0,0 1 0,0-1-1,0 1 1,0 0 0,0 0 0,0-1 0,-1 1-1,1 0 1,-1 1 0,1-1 0,-1 0 0,0 0-1,0 1 1,0-1 0,0 0 0,0 1 0,0-1-1,-1 1 1,1-1 0,-1 1 0,0 0 0,0 1-45,-4 8 2,0-1 0,-2 1 0,1-1 0,-1 0 0,-1-1 0,0 0 0,0 0 1,-1 0-1,0-1 0,-1 0 0,0-1 0,-5 4-2,12-10 9,-1 0 1,0 0-1,0-1 0,0 1 1,0-1-1,0 1 1,-1-1-1,1 0 0,0-1 1,-1 1-1,1 0 0,0-1 1,-1 0-1,1 0 1,-1 0-1,1 0 0,-1 0 1,1-1-1,0 0 0,-1 1 1,1-1-1,0 0 1,0-1-1,0 1 0,-1-1 1,1 1-1,1-1 0,-1 0 1,0 0-1,0 0 1,1 0-1,-1-1 0,1 1 1,0-1-1,-1 1 1,1-1-1,1 0 0,-1 0 1,0 0-1,1 0 0,-1 0 1,1 0-1,0 0 1,0-1-1,0 1 0,0 0 1,1-1-1,0 1 0,-1-1 1,1 1-1,0 0 1,1-1-1,-1 1 0,0-1 1,1 1-1,0 0 0,0-1 1,0 1-1,0 0 1,1 0-1,-1 0 0,1 0 1,0 0-1,0 0-9,93-110 672,-30 89-607,-63 24-63,0 0 0,-1 0 0,1 0 0,-1 0 0,1 0 0,-1 0 0,1 1 0,0-1 0,-1 0 0,1 1 0,-1-1 0,0 1 0,1-1-1,-1 1 1,1 0 0,-1 0 0,0 0 0,1 0 0,-1 0 0,0 0 0,0 0 0,0 0 0,0 0 0,0 0 0,0 1 0,0-1 0,0 0 0,-1 1 0,1-1 0,0 1 0,-1-1 0,1 1 0,-1-1 0,1 1 0,-1-1 0,0 1 0,0-1 0,0 1 0,0-1 0,0 1 0,0 1-2,-1 2-1,-1 1 0,1-1 0,-1 0 0,0 1 0,-1-1 1,1 0-1,-1 0 0,0 0 0,0-1 0,0 1 1,-1-1-1,0 1 0,0-1 0,0 0 0,0-1 0,-1 1 1,1-1-1,-1 0 0,0 0 0,0 0 0,0-1 1,0 0-1,0 0 0,-1 0 0,1 0 0,-1-1 0,1 0 1,-1 0-1,0-1 0,1 1 0,-1-1 0,0 0 1,1-1-1,-1 1 0,0-1 0,1 0 0,-1-1 0,1 1 1,-3-2 0,4 1 3,0 0 1,1-1 0,-1 1 0,0-1-1,1 1 1,0-1 0,0 0-1,0 0 1,0-1 0,0 1 0,1 0-1,-1-1 1,1 0 0,0 0 0,0 1-1,0-1 1,1 0 0,-1-1 0,1 1-1,0 0 1,0 0 0,1 0 0,-1-1-1,1 1 1,0 0 0,0-1 0,0 1-1,1 0 1,-1-1 0,1 1-1,0 0 1,1 0 0,-1 0 0,1 0-1,-1 0 1,1 0 0,0 0 0,1 0-1,-1 1 1,1-1 0,-1 1 0,1 0-1,0 0 1,0 0 0,0 0 0,1 0-1,-1 1 1,1-1 0,0 1 0,-1 0-1,4-1-3,-5 1 4,0 0-1,0 0 1,0 0 0,0 1-1,0-1 1,0 1-1,1 0 1,-1-1-1,0 1 1,1 0 0,-1 0-1,1 1 1,-1-1-1,1 0 1,-1 1-1,1 0 1,0-1-1,-1 1 1,1 0 0,0 0-1,-1 1 1,1-1-1,-1 0 1,1 1-1,-1 0 1,1-1 0,-1 1-1,1 0 1,-1 0-1,0 1 1,1-1-1,-1 0 1,0 1 0,0-1-1,0 1 1,0 0-1,0 0 1,0 0-1,-1 0 1,1 0-1,-1 0 1,1 0 0,-1 0-1,0 1 1,1-1-1,-1 1 1,-1-1-1,1 1 1,0 1-4,-1 5-1,-1 0 1,0 0-1,0 0 0,-1-1 0,0 1 1,-1-1-1,0 1 0,0-1 1,-1 0-1,0 0 0,0 0 1,-1-1-1,0 0 0,0 0 0,-1 0 1,0 0-1,0-1 0,-1 0 1,-5 4 0,10-8 15,0 0 0,-1-1 0,0 1 1,1-1-1,-1 0 0,0 0 0,1 0 1,-1 0-1,0 0 0,0-1 0,0 1 1,0-1-1,0 1 0,0-1 0,0 0 0,0 0 1,1-1-1,-1 1 0,0-1 0,0 1 1,0-1-1,0 0 0,0 0 0,1 0 1,-1-1-1,0 1 0,1 0 0,-1-1 1,1 0-1,0 0 0,-1 1 0,1-1 0,0-1 1,0 1-1,0 0 0,1 0 0,-1-1 1,0 1-1,1-1 0,0 1 0,-1-1 1,1 0-1,0 0 0,0 0 0,1 1 1,-1-1-1,0 0-15,0-3 29,0 4-14,0-1-1,0 0 1,0 1 0,0-1-1,1 0 1,-1 0-1,1 0 1,0 1 0,-1-1-1,1 0 1,1 0 0,-1 0-1,0 0 1,1 0 0,-1 1-1,1-1 1,0 0-1,0 0 1,0 1 0,0-1-1,0 1 1,1-1 0,-1 1-1,1-1 1,0 1 0,-1 0-1,1 0 1,0 0-1,0 0 1,1 0 0,-1 0-1,0 0 1,1 1 0,-1-1-15,5-1 98,1 1 0,-1 0 0,1 0 0,-1 0 0,1 1 0,-1 0 0,1 0 0,0 1 0,0 0 0,-1 1 0,1 0 1,7 1-99,-12-2 10,0 1 1,0 0 0,0-1-1,0 1 1,0 0 0,0 1 0,0-1-1,0 0 1,-1 1 0,1-1 0,-1 1-1,1 0 1,-1 0 0,0 0-1,1 0 1,-1 0 0,0 1 0,0-1-1,-1 1 1,1-1 0,0 1 0,-1 0-1,0 0 1,1-1 0,-1 1-1,0 0 1,-1 0 0,1 0 0,0 0-1,-1 0 1,0 0 0,1 0 0,-2 2-11,0 2-4,0-1 0,-1 1 0,0-1 1,0 0-1,0 0 0,-1 0 0,0 0 1,0 0-1,-1-1 0,1 1 0,-1-1 1,-1 0-1,1 0 0,-1 0 0,1-1 1,-1 0-1,-1 0 0,1 0 0,0 0 1,-1-1-1,0 0 0,0 0 0,0 0 1,0-1-1,0 0 0,-1 0 1,1-1-1,-1 0 0,1 0 0,-1 0 1,-3-1 3,8-1-235,-1 0 0,1 0 1,0-1-1,-1 1 1,1-1-1,0 0 1,0 1-1,0-1 1,0 0-1,1 0 0,-1 0 1,0-1-1,1 1 1,0 0-1,-1-1 1,1 1-1,0 0 1,0-1-1,0 1 0,0-1 1,1 0-1,-1 1 1,1-1-1,0 0 1,-1 1-1,1-1 0,1 0 1,-1 1-1,0-1 1,0 0-1,1 1 1,0-1-1,-1 0 1,1 1-1,0-1 0,0 1 1,1 0-1,-1-1 1,0 1-1,1 0 1,-1 0-1,3-3 235,50-61-3253,-19 37 3048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4:52:38.584"/>
    </inkml:context>
    <inkml:brush xml:id="br0">
      <inkml:brushProperty name="width" value="0.35" units="cm"/>
      <inkml:brushProperty name="height" value="0.35" units="cm"/>
      <inkml:brushProperty name="color" value="#008C3A"/>
    </inkml:brush>
  </inkml:definitions>
  <inkml:trace contextRef="#ctx0" brushRef="#br0">163 180 136,'-9'-1'9,"9"1"-7,0-1 0,0 1-1,-1-1 1,1 1 0,-1 0-1,1-1 1,0 1-1,-1 0 1,1 0 0,-1-1-1,1 1 1,0 0-1,-1 0 1,1-1 0,-1 1-1,1 0 1,-1 0 0,1 0-1,-1 0 1,1 0-1,-1 0 1,1 0 0,-1 0-1,1 0 1,-1 0 0,1 0-1,-1 0 1,1 0-1,-1 0 1,1 0 0,-1 1-1,1-1 1,-1 0-1,1 0 1,0 1 0,-1-1-1,1 0 1,-1 0 0,1 1-1,0-1 1,-1 0-1,1 1 1,0-1 0,-1 1-1,1-1 1,0 1 0,0-1-1,-1 0 1,1 1-1,0-1 1,0 1 0,0-1-1,0 1 1,0-1-1,-1 1 1,1-1 0,0 1-1,0-1 1,0 1 0,0-1-1,0 1 1,1-1-1,-1 1 1,0-1 0,0 1-1,0-1 1,0 1-1,0-1 1,1 0 0,-1 1-2,42 76 6042,-37-58-3525,-57-9-2438,50-9-73,0 0 0,-1 0 0,1 0 0,-1 0 0,0 0 0,1-1 0,-1 1 0,0-1 1,1 0-1,-1 0 0,0 0 0,1 0 0,-1 0 0,0-1 0,1 1 0,-1-1 0,1 0 0,-1 1 1,0-1-1,1 0 0,0-1 0,-1 1 0,1 0 0,0-1 0,0 1 0,-1-1 0,1 0 1,0 0-1,1 1 0,-1-2 0,0 1 0,1 0 0,-1 0 0,1 0 0,-1-1 0,1 1 1,0 0-1,0-1-6,0-2 40,0 1 1,0-1-1,0 1 1,1-1 0,0 0-1,0 1 1,0-1 0,1 0-1,-1 1 1,1-1-1,0 1 1,0-1 0,1 1-1,-1-1 1,1 1-1,0 0 1,0 0 0,1 0-1,-1 0 1,1 0 0,0 0-1,0 1 1,0-1-1,2-1-40,101-63 1268,-51 38-975,-54 29-290,-1 0 0,1 0 0,0 0 0,0 0 0,-1 1 0,1-1 0,0 0 0,0 0 0,0 1 0,0-1 0,0 0 0,0 1 0,0-1 0,0 1 0,0-1 0,0 1 0,1 0 0,-1 0 0,0-1 0,0 1 0,0 0 0,0 0 0,1 0 0,-1 0 0,0 0 0,0 0 0,0 0 0,0 1 0,0-1 0,1 0 0,-1 1 0,0-1 0,0 1 0,0-1 0,0 1 0,0-1 0,0 1 0,0 0 0,0-1 0,0 1 0,-1 0 0,1 0 0,0 0 0,0 0 0,-1 0 0,1 0 0,0 0 0,-1 0 0,1 0 0,-1 0 0,1 0 0,-1 0 0,0 0 0,1 0 0,-1 0 0,0 1 0,0-1 0,0 0 0,0 0 0,0 0 0,0 0 0,0 1 0,0-1 0,-1 0 0,1 0 0,0 0 0,-1 1-3,1 12 2,-1 1 1,-1 0-1,-1-1 0,0 0 1,0 0-1,-1 0 0,-1 0 0,-1 0 1,0-1-1,0 0 0,-8 10-2,10-16-2,0-1-1,-1 0 1,0 0-1,0 0 1,0 0-1,-1-1 1,1 0-1,-1 0 1,-1 0-1,1-1 1,-1 0-1,1 0 1,-1-1 0,0 0-1,-1 0 1,1-1-1,0 0 1,-1 0-1,1 0 1,-1-1-1,0 0 1,1-1-1,-1 1 3,4-2 0,0 0-1,0 0 1,0 0-1,0-1 1,1 1-1,-1-1 1,1 0-1,-1 1 1,1-2-1,0 1 1,-1 0-1,1-1 0,0 1 1,1-1-1,-1 0 1,0 0-1,1 0 1,0-1-1,-1 1 1,1 0-1,1-1 1,-1 1-1,0-1 1,1 0-1,0 0 1,0 0-1,0 1 1,0-1-1,1 0 1,-1 0-1,1 0 1,0 0-1,0 0 1,1 0-1,-1 0 1,1 0-1,0 0 1,0 0-1,0 1 1,0-1-1,1 0 1,-1 1-1,1-1 1,0 1 0,4-9 6,0 0 0,1 0 0,0 1 1,1 1-1,0-1 0,1 1 1,0 0-1,0 1 0,1 0 0,1 1 1,-1 0-1,1 0 0,0 1 1,1 1-1,0 0 0,0 0 1,0 1-1,7-1-6,-17 6 1,0-1 0,-1 1 0,1 0 0,0 0 0,0 0 0,-1 0 0,1 0 0,0 1 0,0-1 0,-1 0 0,1 1 1,0-1-1,-1 1 0,1 0 0,0-1 0,-1 1 0,1 0 0,-1 0 0,1 0 0,-1 0 0,0 0 0,1 1 0,-1-1 0,0 0 0,0 0 0,0 1 0,0-1 0,0 1 0,0-1 1,0 1-1,-1 0 0,1-1 0,0 1 0,-1-1 0,1 1 0,-1 0 0,0 0 0,0-1 0,1 1 0,-1 0 0,0 0 0,-1-1 0,1 3-1,-11 80 2,9-79-4,-1 1 0,1-1 0,-1-1 1,-1 1-1,1 0 0,-1-1 0,1 1 0,-1-1 1,-1 0-1,1-1 0,0 1 0,-1-1 1,0 0-1,0 0 0,0 0 0,0 0 1,0-1-1,-1 0 0,1 0 0,0-1 1,-1 1-1,0-1 0,1 0 0,-1-1 0,0 1 1,1-1-1,-1 0 0,0-1 0,0 0 1,1 1-1,-2-2 2,4-2 1,0-1-1,1 1 1,0-1 0,-1 1 0,2-1 0,-1 0-1,1 0 1,-1 0 0,1 0 0,1 0 0,-1 0-1,1 0 1,0 0 0,0 0 0,0 0 0,1 0-1,0 0 1,0 0 0,0 0 0,0 0-1,1 0 1,0 1 0,0-1 0,0 1 0,0-1-1,1 1 1,3-4-1,-3 0 4,0 1 1,1 1-1,-1-1 0,2 0 0,-1 1 0,1 0 0,0 0 0,0 0 1,0 1-1,1 0 0,0 0 0,0 0 0,0 1 0,1-1 0,-1 2 1,1-1-1,0 1 0,0 0 0,1 0 0,-1 1 0,0 0 1,1 0-1,-1 1 0,1 0 0,0 0 0,-1 1 0,6 0-4,-10 3 2,0 0 0,0 0-1,-1 1 1,1-1 0,-1 1 0,1 0-1,-1 0 1,0 0 0,-1 0 0,1 0-1,-1 0 1,0 0 0,0 0 0,0 1-1,0-1 1,-1 0 0,1 1 0,-1-1-1,-1 1 1,1-1 0,0 0 0,-1 1-1,0-1 1,0 0 0,0 0 0,-1 1-1,1-1 1,-3 3-2,3-4 1,1 4-3,0 0 0,-1-1 1,0 1-1,0 0 1,0-1-1,-1 1 1,0-1-1,-1 0 1,1 1-1,-1-1 0,0 0 1,-1-1-1,0 1 1,1 0-1,-2-1 1,1 0-1,-1 0 1,1 0-1,-1-1 0,-1 0 1,1 0-1,-1 0 1,1 0-1,-1-1 1,0 0-1,0 0 1,-1 0-1,1-1 0,0 0 1,-6 1 1,9-3 0,0 1 1,0 0-1,1-1 1,-1 0-1,0 1 0,0-1 1,1 0-1,-1 0 1,0-1-1,0 1 1,1-1-1,-1 1 1,0-1-1,1 0 0,-1 0 1,0 0-1,1 0 1,-1-1-1,1 1 1,0-1-1,-1 1 0,1-1 1,0 0-1,0 0 1,0 0-1,0 0 1,0 0-1,1 0 0,-1 0 1,1-1-1,-1 1 1,1-1-1,0 1 1,0-1-1,0-2 4,0-1 0,0 1 1,1 0-1,-1-1 1,1 1-1,1 0 1,-1-1-1,1 1 1,0 0-1,0-1 1,0 1-1,1 0 1,-1 0-1,1 0 0,1 0 1,-1 0-1,1 1 1,0-1-1,0 1 1,0 0-1,0 0 1,1 0-1,0 0 1,0 0-1,0 1 0,0-1 1,1 1-1,-1 0 1,1 1-1,-1-1 1,1 1-1,0 0 1,0 0-1,0 0 1,0 1-1,1 0 0,-1 0 1,0 0-1,1 1 1,-1-1-1,1 1-4,-3 1-5,0-1 0,0 1-1,0 0 1,0 0 0,0 0 0,0 0-1,0 0 1,-1 1 0,1-1 0,0 1-1,-1 0 1,1 0 0,-1 0-1,1 0 1,-1 0 0,0 0 0,0 1-1,0-1 1,0 1 0,-1-1-1,1 1 1,-1 0 0,0 0 0,1-1-1,-1 1 1,0 0 0,0 0 0,-1 0-1,1 0 1,-1 1 0,0-1-1,1 0 1,-1 0 0,-1 0 0,1 0-1,0 0 1,-1 0 0,1 0 0,-1 0-1,0 0 1,0 0 0,0 0-1,-1 0 1,1 0 0,-1-1 0,-1 3 5,-5-2-609,1-1 1,-1 0 0,0-1 0,0 0 0,0 0-1,0 0 1,1-1 0,-1 0 0,0-1 0,0 0 0,0 0-1,0-1 1,1 0 0,-5-2 608,-7 1-1154,-27-6-515,1 4 1240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4:52:52.937"/>
    </inkml:context>
    <inkml:brush xml:id="br0">
      <inkml:brushProperty name="width" value="0.35" units="cm"/>
      <inkml:brushProperty name="height" value="0.35" units="cm"/>
      <inkml:brushProperty name="color" value="#008C3A"/>
    </inkml:brush>
  </inkml:definitions>
  <inkml:trace contextRef="#ctx0" brushRef="#br0">1 27 1104,'5'7'6258,"2"0"-3769,38 3-1812,265-5-113,-25-18-494,-13-7-14,-30 34-48,26-35-14,-119 14 14,-113-1-18,-21 11-20,-17 7 102,-12 24-43,-19 60-10,19-36 62,-81 202 575,9-96-237,74-141-386,-1-1 0,-1 0 0,0-1 0,-2 0 0,-1-1 0,0-1 0,-1-1 0,-1 0 0,-12 7-33,14-10 23,0-2 0,-2 0-1,1-1 1,-2-1 0,1-1-1,-19 7-22,-61 11-6,40-15 18,53-11-13,0 0 0,-1 0 0,1 0 0,-1-1 0,1 0 0,-1 0 1,1 0-1,-1-1 0,1 0 0,-1 0 0,0-1 0,1 0 0,-3-1 1,-132-20 8,63 11-8,-113-33 8,181 41-7,1 0 1,-1 0-1,1-1 0,0-1 1,0 0-1,0 0 1,1 0-1,0-1 1,0-1-1,0 1 0,1-1 1,0 0-1,0-1 1,1 0-1,0 0 0,-4-7-1,-41-55 10,35 50-2,-15-35-7,13-9 20,11 50-11,-10-50 20,5 32-43,5-1 28,-5-5-7,6-55 62,3 55 45,2 37-108,4-8 9,-11-38-7,6 37-64,11-18-527,23-24-7180,6-6 3632,-17 25 3639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4:54:00.441"/>
    </inkml:context>
    <inkml:brush xml:id="br0">
      <inkml:brushProperty name="width" value="0.35" units="cm"/>
      <inkml:brushProperty name="height" value="0.35" units="cm"/>
      <inkml:brushProperty name="color" value="#008C3A"/>
    </inkml:brush>
  </inkml:definitions>
  <inkml:trace contextRef="#ctx0" brushRef="#br0">65 3649 5161,'-65'53'4548,"65"-52"-4516,0 0 1,0 0-1,0 0 1,1 1-1,-1-1 1,0 0-1,0 0 1,1 0-1,-1 0 1,1 0-1,-1 0 1,1 1-1,-1-1 0,1 0 1,0 0-1,-1-1 1,1 1-1,0 0 1,0 0-1,0 0 1,0 0-1,0-1 1,0 1-1,0 0 1,0-1-1,0 1 1,0-1-1,0 1 1,0-1-1,0 1 1,0-1-1,1 0 1,-1 0-1,0 0 1,0 1-1,0-1 1,1 0-1,-1 0 1,0-1-1,0 1 1,0 0-1,0 0 0,1-1 1,-1 1-1,0 0 1,0-1-1,0 1 1,0-1-1,0 0 1,0 1-1,1-2-32,4 2 64,209-22 133,-63 4-130,0-6 0,-2-7 0,-2-6-1,115-46-66,2-3 152,3 11-1,245-33-151,-131 31 94,224-81-94,-188 45 31,458-100 25,1048-313-48,-929 243-14,-370 76-10,202-61 33,-719 234-8,2 5 1,0 4-1,2 5 0,1 5 1,71 1-10,-178 14 0,1 0 2,0-1-1,0 1 1,0 0 0,-1 0-1,1 0 1,0 1-1,0 0 1,0 1-1,-1 0 1,1 0-1,-1 0 1,1 0-1,-1 1 1,0 1-1,0-1 1,0 1-1,0-1 1,0 2-2,-5-2-4,0-1-1,0 1 1,-1-1 0,1 1 0,-1-1 0,0 1 0,0 0 0,0-1 0,0 1 0,0-1 0,0 1 0,0-1-1,-1 1 1,0-1 0,1 1 0,-1-1 0,0 1 0,0-1 0,0 0 0,-1 1 0,1-1 0,0 0 0,-1 0-1,0 0 1,1 0 0,-1 0 4,-2 5-5,-160 280 25,83-133 7,-81 183 27,-20 126 7,-16 39-43,168-388-17,31-112 3,0 0 0,1-1 1,0 0-1,-1 1 0,1-1 0,0 0 1,-1 0-1,1 0 0,0 0 0,0 0 1,0 0-1,0-1 0,0 1 0,0 0 0,0-1 1,0 0-1,0 1 0,0-1 0,0 0 1,1 0-1,-1 0 0,0-1 0,0 1 1,0 0-1,0-1 0,0 1 0,0-1 0,0 0-4,6 1 9,461-7 87,264-51-38,-285 29-47,-2-19 0,182-54-11,692-151 9,285-20-1,58-56 13,-1031 208-59,474-162 38,-227 14 6,395-102-4,-807 282 6,-357 72-8,0 10 14,-108 9-16,0 0-1,0 0 1,-1 0-1,1 0 0,0 0 1,-1 0-1,1 1 1,-1-1-1,0 1 1,0-1-1,0 1 0,0-1 1,0 1-1,-1-1 1,1 1-1,-1 0 0,0 0 1,1-1-1,-1 1 1,0 0-1,-1-1 1,1 1-1,0 0 0,-1 0 1,0-1-1,1 1 1,-1-1-1,0 1 0,0-1 1,-1 1-1,1-1 1,0 0-1,-1 1 3,-137 250-32,-41 270 103,34-128-51,-49 153 8,138-343-78,77-208-42,46-19 108,1 3 0,0 3 0,65-7-16,54-12 22,412-67 0,645-184-20,-483 95-10,-3-35 8,888-236-7,-322 71 14,-465 174 1,138-22-16,-986 237 8,23-6-1,401-104-6,-426 109 8,0 0 0,0 0 1,0 1-1,0 0 0,1 0 1,-1 1-1,1 0 0,-1 0 1,1 1-1,-1 1 0,1-1 1,-1 1-1,8 2-1,-12 1-1,-2 0 0,1 0 0,0 0 0,-1 1 0,0-1 1,0 0-1,0 1 0,0 0 0,-1-1 0,0 1 0,0 0 0,0 0 0,0 0 0,-1 0 0,0 0 0,0 0 0,0-1 0,-1 1 1,0 0-1,0 0 0,0 0 0,0 0 0,-1-1 0,1 1 0,-2 0 1,1 4-1,-2 13 0,-37 196 33,-2 93-32,-12 411-8,3-223 9,45-420 1,2 0 0,4 1 0,6 28-2,-2-14-1,-3-82 0,-1-9-1,0 0-1,1 0 0,-1 0 1,1-1-1,-1 1 1,1 0-1,0 0 0,0 0 1,1 0-1,-1 0 0,1 0 1,-1 0-1,1-1 0,0 1 1,0 0-1,0 0 1,0-1-1,1 1 0,-1-1 1,1 1-1,-1-1 0,1 0 1,0 1-1,0-1 0,0 0 1,0 0-1,0 0 1,1-1-1,-1 1 0,0 0 1,1-1-1,0 0 0,-1 1 1,1-1-1,1 0 3,122-31-56,288-114 23,99-71 6,529-150 12,-392 137 17,-59 16-3,236-92-14,538-312-25,-1003 445 48,-93 48 3,6 12 0,45-1-11,-211 78 4,545-153-16,-598 172-140,-1-2 0,0-3-1,-2-3 1,7-4 152,151-62-10920,-181 74 10360</inkml:trace>
  <inkml:trace contextRef="#ctx0" brushRef="#br0" timeOffset="4836.559">189 5842 112,'-23'23'-4,"12"-14"3,1 1-1,0 0 1,1 0-1,0 1 1,1 0-1,0 1 1,1-1-1,-4 11 2,1 2 735,8-16 1105,7-16-370,42-25 437,120-48 304,-65 18-2065,2 4 0,3 5-1,2 5 1,2 4 0,2 5 0,1 5-1,8 4-145,48-19 29,-1-7 0,102-53-29,501-217 25,-476 219 17,136-25-42,-59 20 15,-131 28 0,203-102-15,-195 80 16,5 11 0,138-28-16,-180 56 1,-2-9-1,52-35 0,497-191 15,-492 192-7,-55 40 15,-148 63-22,-50 3 206,-7 14 337,-24 115 645,16-28-1029,-5 1 0,-14 80-160,-4 58 259,18-150-184,3 1 0,4 0 1,8 39-76,13 185 64,8-47 32,11-80-56,-37-167-40,-5-13 6,0 0-1,1-1 1,0 1 0,-1 0-1,1 0 1,0-1-1,1 1 1,-1-1-1,0 1 1,1-1-1,-1 0 1,1 1 0,0-1-1,0 0 1,0 0-1,0 0 1,0 0-1,0-1 1,0 1-1,1-1 1,-1 1 0,1-1-1,-1 0 1,1 1-1,-1-1 1,1-1-1,1 1-5,12 2 11,1-1 1,0 0-1,0-1 0,0-1 0,0-1 0,-1-1 0,1 0 0,0-1 0,-1 0 0,10-5-11,23-2 27,417-45 109,73-18-88,931-139 16,-1319 196-58,294-29 3,-2-19 0,326-95-9,580-185 0,-8 12 8,-1260 311-8,542-144 16,99-6-7,69 22 6,82-33-17,-270 63 12,-463 80-6,2 7 1,1 6 0,1 7-1,103 0-4,-245 20 3,-1-1 0,0 1 0,0 0 0,0 0 0,0 0 0,0 0 0,0 0-1,0 0 1,-1 0 0,1 0 0,0 0 0,0 0 0,-1 1 0,1-1 0,-1 0 0,1 0-1,-1 1 1,0-1 0,1 0 0,-1 1 0,0-1 0,0 1 0,0-1 0,0 0-1,0 1 1,0-1 0,0 0 0,0 1 0,-1-1 0,1 0 0,-1 1 0,1-1-1,-1 0 1,1 0 0,-1 1-3,0 4 9,-43 136 111,-219 579 96,243-670-209,1 1 0,3 1 0,2 0 0,3 1 0,2 1 0,2-1 0,2 27-7,4-34-1,-2-5-1,3-1 1,2 1-1,1 0 0,7 32 2,-8-69-3,0 1 1,0-1-1,1 1 0,0-1 0,0 0 0,0 0 1,0 0-1,1 0 0,-1-1 0,1 1 1,1-1-1,-1 0 0,0 0 0,1-1 0,0 1 1,0-1-1,0 0 0,0 0 0,1-1 0,-1 1 1,1-1-1,-1 0 0,1-1 0,0 1 0,0-1 1,0-1-1,-1 1 0,1-1 0,0 0 0,0 0 1,0 0-1,2-2 3,25 2-8,-1-1 0,0-2 0,1-1 0,-1-2 0,-1-1 0,0-2 0,0-1 0,16-8 8,41-11 5,1 4 1,1 4-1,43-3-5,119-28 8,137-47-7,456-17 22,-804 111-23,617-97 0,-306 42 0,91-6-1,55-7-6,379-111 7,-172-15 0,54 24 6,-411 103-4,353-83-9,-145 24 22,-414 100 0,3 7 1,38 2-16,60-28-7,-238 50 12,0 0-1,-1 0 1,1 0 0,-1 1 0,1 0 0,-1 0-1,1 0 1,-1 0 0,1 1 0,-1 0 0,0 0-1,0 0 1,0 0 0,0 1 0,0-1 0,-1 1-1,1 0 1,-1 0 0,1 0 0,-1 1 0,0-1-1,-1 1 1,1 0 0,-1 0 0,1 0 0,-1 0-1,0 0 1,0 0 0,-1 1 0,1-1-1,-1 0 1,0 3-5,5 16 5,-1 0 1,-2 1-1,0-1 0,-1 1 0,-2 0 0,0-1 1,-1 1-1,-2 0 0,0-1 0,-5 12-5,-6 88 50,4 227 382,24 161-432,-9-409 52,5 0 0,4 0 1,4-1-1,9 16-52,-22-102-2,1 1 1,0-1-1,1 0 1,1 0-1,0-1 0,1 0 1,0-1-1,1 0 1,1 0-1,8 7 2,4 9-3,-20-25 0,-1 0 0,1 0-1,0 0 1,0-1 0,0 1-1,0-1 1,0 0 0,1 0 0,0 0-1,0-1 1,0 1 0,0-1-1,0 0 1,0 0 0,0 0 0,1 0-1,1 0 4,177 6-46,-116-10 40,-29 0 0,1-2 1,0-2-1,-1-2 0,24-8 6,19-4-10,672-122-93,169-30 102,306-77 16,-522 97-14,298-37 8,822-184 13,-1332 255-21,423-52 14,-333 89-31,287-41-1235,-862 120 1203,57-8-3169,1-3 1,-2-3 0,16-8 3216,-40 9-2374</inkml:trace>
  <inkml:trace contextRef="#ctx0" brushRef="#br0" timeOffset="6694.845">5306 4048 160,'-11'-3'9,"-1"1"-1,1-1 1,-1 2 0,0 0-1,0 0 1,0 1 0,1 0-1,-1 1 1,0 1 0,0 0-1,1 0 1,-11 4-9,11-2 270,0-1 0,0 1 1,1 1-1,-1 0 0,1 0 0,0 1 0,1 1 1,-1-1-1,1 1 0,0 1 0,1 0 0,0 0 1,0 1-1,1 0 0,-5 8-270,-24 29 294,-2-1 0,-2-1 0,-2-3 0,-2-1 0,-45 30-294,62-47 154,-350 250 957,112-65-380,184-146-600,3 2 0,2 4 1,4 4-1,3 2 0,-23 36-131,42-42 12,-2-2 0,-3-2-1,-3-3 1,-3-2 0,-52 38-12,68-64 0,-101 73-206,-112 107 206,253-208-10,3-5-111,1 1-1,0 0 0,-1 0 1,1 0-1,0 0 1,-1 0-1,1 0 1,0 0-1,0 0 0,0 0 1,0 1-1,0-1 1,0 0-1,0 1 0,0-1 1,1 1-1,-1-1 1,0 1-1,1-1 0,-1 1 1,1-1-1,0 1 1,-1 0-1,1-1 1,0 1-1,0 0 0,0-1 1,0 1-1,1-1 1,-1 1-1,0 0 0,1-1 1,-1 1-1,1-1 1,-1 1-1,1-1 0,0 1 122,4 2-213,0 0 0,0-1 0,1 0-1,0 0 1,-1 0 0,1-1-1,0 0 1,0 0 0,1 0 0,-1-1-1,0 1 1,0-2 0,1 1-1,-1-1 1,1 0 0,2 0 213,94-12-42,-52-7 33</inkml:trace>
  <inkml:trace contextRef="#ctx0" brushRef="#br0" timeOffset="7812.492">9280 1314 160,'-11'10'222,"1"0"0,-1-1 0,0-1 0,-1 1 0,0-2 0,-1 0 0,1 0 0,-7 1-222,-36 16 762,1 2 0,1 2 0,1 3 0,-7 8-762,-323 249 26,-5 57 32,312-280 249,-3-3 0,-2-4 0,-12 2-307,34-21 267,6-2-57,2 1-1,2 3 1,2 2 0,-14 19-210,-203 238 952,61-129-464,193-166-504,1 0-1,-1 1 0,1-1 1,1 1-1,-1 1 1,1 0-1,0 0 1,0 0-1,1 1 1,0 0-1,0 0 0,1 1 1,0-1-1,1 1 1,0 0-1,0 0 1,1 1-1,0-1 0,-1 8 17,36-12-5238,-7-8 3606,3 0 770</inkml:trace>
  <inkml:trace contextRef="#ctx0" brushRef="#br0" timeOffset="8796.249">11538 4702 208,'-149'9'-1,"142"-9"-17,-2-1 145,1 0 0,-1 1 0,1 0-1,-1 1 1,1 0 0,-1 0 0,1 1 0,0 0 0,-1 0 0,1 1 0,0 0 0,1 1-1,-1 0 1,1 0 0,-1 0 0,0 2-127,-179 160 3393,-26-6-1789,82-65 275,-104 100-1879,-66 101 971,126-121-601,-109 143-370,23-20-214,-147 120 214,350-351-2974,57-66 2859,0 0 0,1 0 0,-1 0 0,0 0 0,1 1 0,-1-1-1,1 0 1,-1 0 0,1 0 0,0 1 0,0-1 0,-1 0 0,1 0 0,0 1 0,0-1 0,0 0-1,0 1 1,0-1 0,1 0 0,-1 0 0,0 1 0,0-1 0,1 0 0,-1 0 0,1 0 0,-1 0-1,1 1 1,0-1 0,-1 0 0,1 0 0,0 0 0,0 0 0,0 0 0,0 0 0,0-1-1,0 1 1,0 0 0,0 0 0,0-1 0,0 1 0,0-1 0,0 1 0,0-1 0,1 1 0,-1-1-1,0 1 1,0-1 0,1 0 0,-1 0 0,0 0 0,0 0 0,1 0 0,-1 0 0,0 0 0,1 0 115,45-1-411,8-10 336</inkml:trace>
  <inkml:trace contextRef="#ctx0" brushRef="#br0" timeOffset="9750.078">14784 2458 240,'-3'0'272,"0"0"1,0 1-1,0-1 0,0 1 1,1 0-1,-1 0 0,0 0 1,1 0-1,-1 0 1,1 1-1,-1-1 0,1 1 1,-1 0-1,1 0 0,0-1 1,0 1-1,0 1 0,0-1 1,0 0-1,1 0 0,-1 1 1,0-1-1,1 1 0,0-1 1,0 1-1,0 0 0,-1 2-272,1-3 47,-5 9 89,0-1-1,0 1 0,-2-1 0,1 0 1,-1-1-1,0 0 0,-1 0 1,0-1-1,-5 4-135,-22 17 227,2 1 0,2 2 1,1 2-1,1 1 0,-1 4-227,-192 301 2619,-229 238-1666,396-510-927,5-4-16,24-28-8,-2-1 1,-2-1 0,-1-2-1,-8 5-2,27-27-235,-25 22 82,19-7-3874,22-28-2999,9-1 6657,-9 3-233,38-11 21,23 0 466</inkml:trace>
  <inkml:trace contextRef="#ctx0" brushRef="#br0" timeOffset="10433.588">17341 3271 296,'-17'7'175,"1"0"0,-1 1 0,1 1 0,1 1 0,0 1 0,0 0 0,1 0 0,0 1 0,1 1 0,1 1 0,0 0 0,1 0 0,0 1-1,1 0 1,-3 7-175,-14 16 549,-319 411 5847,228-290-5945,-100 101-451,97-123 80,-75 115-80,-367 512 221,301-379-135,130-184-176,-55 56 90,-15 5-3177,166-192-1465,65-79 2455,7-23 2076</inkml:trace>
  <inkml:trace contextRef="#ctx0" brushRef="#br0" timeOffset="11391.369">18748 2992 336,'4'27'-12,"11"-33"297,36-27 5297,-18 1-5323,-1-1 0,-2-2 0,-2-1 0,-1-2 0,-2 0 0,-2-2 0,7-17-259,87-111 1625,-77 118-1512,76-94-15,7 5 0,28-17-98,190-195 167,-50 7-133,-117 196-428,-171 146 130,0-1 0,-1 1 0,1-1 1,0 0-1,-1 0 0,1 0 0,-1 0 1,0 0-1,0-1 0,0 1 0,0-1 1,-1 1-1,0-1 0,1 0 0,-1 1 1,-1-1-1,1 0 0,0 0 0,-1 0 0,0 1 1,0-1-1,0 0 0,0 0 0,-1 0 1,1 0-1,-1 0 0,0 1 0,0-1 1,-1 0-1,1 1 0,-1-1 0,-1-2 264,-2-5-308,-7-54-111,18 56 394</inkml:trace>
  <inkml:trace contextRef="#ctx0" brushRef="#br0" timeOffset="12229.858">21589 4066 400,'-84'40'-7,"73"-34"345,2 1-1,-1 1 0,1 0 0,1 0 0,-1 1 1,1 0-1,1 0 0,0 1 0,0 0 0,1 0 0,0 0 1,-1 5-338,0-3 302,-1-1 1,0 0 0,0 0 0,-1 0 0,0-1 0,-1 0-1,0-1 1,-1 0 0,0-1 0,-9 5-303,-41 37 562,-208 248 1295,200-216-1539,-621 766 759,593-734-1045,5 4 0,6 4 0,0 10-32,-94 152 19,-121 211-159,223-344-1667,77-149 1657,1-1 0,-1 1 1,1 0-1,0 0 0,0-1 0,0 1 0,0 0 0,0 0 1,0-1-1,0 1 0,0 0 0,1 0 0,-1-1 1,1 1-1,-1 0 0,1-1 0,0 1 0,0 0 0,0-1 1,0 1-1,0-1 0,0 0 0,0 1 0,0-1 1,0 0-1,1 1 0,-1-1 0,0 0 0,1 0 0,-1 0 1,1 0-1,-1-1 0,1 1 0,0 0 0,-1-1 1,1 1-1,0-1 0,-1 1 0,1-1 0,0 0 0,0 0 1,0 0-1,-1 0 0,1 0 0,0 0 0,0 0 1,-1 0-1,1-1 0,0 1 0,0-1 0,-1 1 0,1-1 1,-1 0-1,1 0 0,0 0 0,-1 0 150,39-9-468</inkml:trace>
  <inkml:trace contextRef="#ctx0" brushRef="#br0" timeOffset="13068.106">24604 1811 352,'9'32'0,"-32"-1"183,-41 153 7406,-55 46-4354,-127 179-3235,56-99 170,-52 155-65,232-442-116,1-3-195,-1 1 1,0-2-1,-2 1 0,0-1 1,-1-1-1,-11 11 206,0-11-3582,-15 26-2473,39-43 6050,1-1 0,0 1 0,-1 0 1,1 0-1,0-1 0,0 1 0,-1 0 0,1-1 0,0 1 0,0 0 0,0-1 0,0 0 0,0 1 0,0-1 1,0 1-1,0-1 0,0 0 0,0 0 0,0 0 0,0 1 0,0-1 0,0 0 0,0 0 0,0-1 0,0 1 0,0 0 1,0 0-1,0 0 0,0-1 0,0 1 0,0 0 0,0-1 0,0 1 0,0-1 0,0 1 0,0-1 0,-1 1 1,1-1-1,0 0 0,0 1 0,-1-1 0,1 0 0,0 0 0,-1 0 5,25-15-17,9-6-6</inkml:trace>
  <inkml:trace contextRef="#ctx0" brushRef="#br0" timeOffset="13932.615">27425 3090 352,'-123'135'4639,"6"5"0,-47 79-4639,158-209 21,-290 460 762,-134 175-81,-100 250-365,437-732-357,7 3 0,-43 121 20,68-127-433,61-160 338,1-1 0,0 1 0,-1-1 0,1 1 1,0 0-1,0-1 0,-1 1 0,1 0 0,0 0 1,0 0-1,-1 0 0,1 0 0,0 0 0,0 0 0,-1 0 1,1 0-1,0 0 0,0 0 0,-1 0 0,1 0 1,0 0-1,0 1 0,-1-1 0,1 0 0,0 1 1,-1-1-1,1 0 0,0 1 0,-1-1 0,1 1 0,0-1 1,-1 1-1,1 0 0,-1-1 0,1 1 0,-1-1 1,0 1-1,1 0 0,-1-1 0,1 1 0,-1 0 1,0 0-1,0-1 0,1 1 0,-1 0 0,0 0 0,0-1 1,0 1-1,0 0 0,0 0 0,0-1 0,0 1 1,0 0-1,0 0 0,0-1 0,-1 1 0,1 0 0,0 0 1,0-1-1,-1 1 0,1 0 0,-1-1 0,1 1 95,41-11-2359,11-4 404</inkml:trace>
  <inkml:trace contextRef="#ctx0" brushRef="#br0" timeOffset="15081.245">31394 2241 384,'11'23'807,"-9"-21"-665,-1 0 0,1 1 1,-1-1-1,1 1 0,-1-1 1,0 1-1,0-1 0,0 1 0,-1 0 1,1-1-1,-1 1 0,1 0 1,-1 0-1,0-1 0,0 1 0,0 0 1,0 0-1,-1 0 0,1-1 1,-1 1-1,0 0 0,0-1 0,0 1 1,0 0-1,0-1 0,0 1 1,-1-1-1,1 0 0,-1 2-142,-7 10 102,-1 0 0,0 0 1,-1 0-1,0-2 0,-1 1 0,0-1 0,-11 7-102,-28 29 43,-47 62 481,6 3 0,4 5 0,6 3 0,5 4 0,-1 14-524,-247 454 1790,266-469-1622,-13 27-1,-80 124-167,27-60-10,114-184-541,34-4-3843,46 13-448,-35-34 4531</inkml:trace>
  <inkml:trace contextRef="#ctx0" brushRef="#br0" timeOffset="15732.785">34222 3956 448,'-3'-2'53,"0"0"-1,-1 0 1,1 1-1,0 0 1,-1 0-1,1 0 1,-1 0 0,1 0-1,-1 1 1,1-1-1,-1 1 1,1 0-1,-1 0 1,1 0-1,-1 1 1,1-1 0,-1 1-1,1 0 1,-1 0-1,1 0 1,0 0-1,-3 2-52,-3 3 394,0 0-1,1 1 1,0 0-1,0 1 0,1 0 1,0 0-1,1 1 1,-1-1-1,1 1 0,1 1 1,0-1-1,0 1 1,1 0-1,-2 8-393,-14 24 582,-252 424 493,-216 349-947,-93 222-364,258-409-3851,225-439 2238,4 10 124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4:54:29.552"/>
    </inkml:context>
    <inkml:brush xml:id="br0">
      <inkml:brushProperty name="width" value="0.35" units="cm"/>
      <inkml:brushProperty name="height" value="0.35" units="cm"/>
      <inkml:brushProperty name="color" value="#008C3A"/>
    </inkml:brush>
  </inkml:definitions>
  <inkml:trace contextRef="#ctx0" brushRef="#br0">65 3649 5161,'-65'53'4548,"65"-52"-4516,0 0 1,0 0-1,0 0 1,1 1-1,-1-1 1,0 0-1,0 0 1,1 0-1,-1 0 1,1 0-1,-1 0 1,1 1-1,-1-1 0,1 0 1,0 0-1,-1-1 1,1 1-1,0 0 1,0 0-1,0 0 1,0 0-1,0-1 1,0 1-1,0 0 1,0-1-1,0 1 1,0-1-1,0 1 1,0-1-1,0 1 1,0-1-1,1 0 1,-1 0-1,0 0 1,0 1-1,0-1 1,1 0-1,-1 0 1,0-1-1,0 1 1,0 0-1,0 0 0,1-1 1,-1 1-1,0 0 1,0-1-1,0 1 1,0-1-1,0 0 1,0 1-1,1-2-32,4 2 64,209-22 133,-63 4-130,0-6 0,-2-7 0,-2-6-1,115-46-66,2-3 152,3 11-1,245-33-151,-131 31 94,224-81-94,-188 45 31,458-100 25,1048-313-48,-929 243-14,-370 76-10,202-61 33,-719 234-8,2 5 1,0 4-1,2 5 0,1 5 1,71 1-10,-178 14 0,1 0 2,0-1-1,0 1 1,0 0 0,-1 0-1,1 0 1,0 1-1,0 0 1,0 1-1,-1 0 1,1 0-1,-1 0 1,1 0-1,-1 1 1,0 1-1,0-1 1,0 1-1,0-1 1,0 2-2,-5-2-4,0-1-1,0 1 1,-1-1 0,1 1 0,-1-1 0,0 1 0,0 0 0,0-1 0,0 1 0,0-1 0,0 1 0,0-1-1,-1 1 1,0-1 0,1 1 0,-1-1 0,0 1 0,0-1 0,0 0 0,-1 1 0,1-1 0,0 0 0,-1 0-1,0 0 1,1 0 0,-1 0 4,-2 5-5,-160 280 25,83-133 7,-81 183 27,-20 126 7,-16 39-43,168-388-17,31-112 3,0 0 0,1-1 1,0 0-1,-1 1 0,1-1 0,0 0 1,-1 0-1,1 0 0,0 0 0,0 0 1,0 0-1,0-1 0,0 1 0,0 0 0,0-1 1,0 0-1,0 1 0,0-1 0,0 0 1,1 0-1,-1 0 0,0-1 0,0 1 1,0 0-1,0-1 0,0 1 0,0-1 0,0 0-4,6 1 9,461-7 87,264-51-38,-285 29-47,-2-19 0,182-54-11,692-151 9,285-20-1,58-56 13,-1031 208-59,474-162 38,-227 14 6,395-102-4,-807 282 6,-357 72-8,0 10 14,-108 9-16,0 0-1,0 0 1,-1 0-1,1 0 0,0 0 1,-1 0-1,1 1 1,-1-1-1,0 1 1,0-1-1,0 1 0,0-1 1,0 1-1,-1-1 1,1 1-1,-1 0 0,0 0 1,1-1-1,-1 1 1,0 0-1,-1-1 1,1 1-1,0 0 0,-1 0 1,0-1-1,1 1 1,-1-1-1,0 1 0,0-1 1,-1 1-1,1-1 1,0 0-1,-1 1 3,-137 250-32,-41 270 103,34-128-51,-49 153 8,138-343-78,77-208-42,46-19 108,1 3 0,0 3 0,65-7-16,54-12 22,412-67 0,645-184-20,-483 95-10,-3-35 8,888-236-7,-322 71 14,-465 174 1,138-22-16,-986 237 8,23-6-1,401-104-6,-426 109 8,0 0 0,0 0 1,0 1-1,0 0 0,1 0 1,-1 1-1,1 0 0,-1 0 1,1 1-1,-1 1 0,1-1 1,-1 1-1,8 2-1,-12 1-1,-2 0 0,1 0 0,0 0 0,-1 1 0,0-1 1,0 0-1,0 1 0,0 0 0,-1-1 0,0 1 0,0 0 0,0 0 0,0 0 0,-1 0 0,0 0 0,0 0 0,0-1 0,-1 1 1,0 0-1,0 0 0,0 0 0,0 0 0,-1-1 0,1 1 0,-2 0 1,1 4-1,-2 13 0,-37 196 33,-2 93-32,-12 411-8,3-223 9,45-420 1,2 0 0,4 1 0,6 28-2,-2-14-1,-3-82 0,-1-9-1,0 0-1,1 0 0,-1 0 1,1-1-1,-1 1 1,1 0-1,0 0 0,0 0 1,1 0-1,-1 0 0,1 0 1,-1 0-1,1-1 0,0 1 1,0 0-1,0 0 1,0-1-1,1 1 0,-1-1 1,1 1-1,-1-1 0,1 0 1,0 1-1,0-1 0,0 0 1,0 0-1,0 0 1,1-1-1,-1 1 0,0 0 1,1-1-1,0 0 0,-1 1 1,1-1-1,1 0 3,122-31-56,288-114 23,99-71 6,529-150 12,-392 137 17,-59 16-3,236-92-14,538-312-25,-1003 445 48,-93 48 3,6 12 0,45-1-11,-211 78 4,545-153-16,-598 172-140,-1-2 0,0-3-1,-2-3 1,7-4 152,151-62-10920,-181 74 10360</inkml:trace>
  <inkml:trace contextRef="#ctx0" brushRef="#br0" timeOffset="1">189 5842 112,'-23'23'-4,"12"-14"3,1 1-1,0 0 1,1 0-1,0 1 1,1 0-1,0 1 1,1-1-1,-4 11 2,1 2 735,8-16 1105,7-16-370,42-25 437,120-48 304,-65 18-2065,2 4 0,3 5-1,2 5 1,2 4 0,2 5 0,1 5-1,8 4-145,48-19 29,-1-7 0,102-53-29,501-217 25,-476 219 17,136-25-42,-59 20 15,-131 28 0,203-102-15,-195 80 16,5 11 0,138-28-16,-180 56 1,-2-9-1,52-35 0,497-191 15,-492 192-7,-55 40 15,-148 63-22,-50 3 206,-7 14 337,-24 115 645,16-28-1029,-5 1 0,-14 80-160,-4 58 259,18-150-184,3 1 0,4 0 1,8 39-76,13 185 64,8-47 32,11-80-56,-37-167-40,-5-13 6,0 0-1,1-1 1,0 1 0,-1 0-1,1 0 1,0-1-1,1 1 1,-1-1-1,0 1 1,1-1-1,-1 0 1,1 1 0,0-1-1,0 0 1,0 0-1,0 0 1,0 0-1,0-1 1,0 1-1,1-1 1,-1 1 0,1-1-1,-1 0 1,1 1-1,-1-1 1,1-1-1,1 1-5,12 2 11,1-1 1,0 0-1,0-1 0,0-1 0,0-1 0,-1-1 0,1 0 0,0-1 0,-1 0 0,10-5-11,23-2 27,417-45 109,73-18-88,931-139 16,-1319 196-58,294-29 3,-2-19 0,326-95-9,580-185 0,-8 12 8,-1260 311-8,542-144 16,99-6-7,69 22 6,82-33-17,-270 63 12,-463 80-6,2 7 1,1 6 0,1 7-1,103 0-4,-245 20 3,-1-1 0,0 1 0,0 0 0,0 0 0,0 0 0,0 0 0,0 0-1,0 0 1,-1 0 0,1 0 0,0 0 0,0 0 0,-1 1 0,1-1 0,-1 0 0,1 0-1,-1 1 1,0-1 0,1 0 0,-1 1 0,0-1 0,0 1 0,0-1 0,0 0-1,0 1 1,0-1 0,0 0 0,0 1 0,-1-1 0,1 0 0,-1 1 0,1-1-1,-1 0 1,1 0 0,-1 1-3,0 4 9,-43 136 111,-219 579 96,243-670-209,1 1 0,3 1 0,2 0 0,3 1 0,2 1 0,2-1 0,2 27-7,4-34-1,-2-5-1,3-1 1,2 1-1,1 0 0,7 32 2,-8-69-3,0 1 1,0-1-1,1 1 0,0-1 0,0 0 0,0 0 1,0 0-1,1 0 0,-1-1 0,1 1 1,1-1-1,-1 0 0,0 0 0,1-1 0,0 1 1,0-1-1,0 0 0,0 0 0,1-1 0,-1 1 1,1-1-1,-1 0 0,1-1 0,0 1 0,0-1 1,0-1-1,-1 1 0,1-1 0,0 0 0,0 0 1,0 0-1,2-2 3,25 2-8,-1-1 0,0-2 0,1-1 0,-1-2 0,-1-1 0,0-2 0,0-1 0,16-8 8,41-11 5,1 4 1,1 4-1,43-3-5,119-28 8,137-47-7,456-17 22,-804 111-23,617-97 0,-306 42 0,91-6-1,55-7-6,379-111 7,-172-15 0,54 24 6,-411 103-4,353-83-9,-145 24 22,-414 100 0,3 7 1,38 2-16,60-28-7,-238 50 12,0 0-1,-1 0 1,1 0 0,-1 1 0,1 0 0,-1 0-1,1 0 1,-1 0 0,1 1 0,-1 0 0,0 0-1,0 0 1,0 0 0,0 1 0,0-1 0,-1 1-1,1 0 1,-1 0 0,1 0 0,-1 1 0,0-1-1,-1 1 1,1 0 0,-1 0 0,1 0 0,-1 0-1,0 0 1,0 0 0,-1 1 0,1-1-1,-1 0 1,0 3-5,5 16 5,-1 0 1,-2 1-1,0-1 0,-1 1 0,-2 0 0,0-1 1,-1 1-1,-2 0 0,0-1 0,-5 12-5,-6 88 50,4 227 382,24 161-432,-9-409 52,5 0 0,4 0 1,4-1-1,9 16-52,-22-102-2,1 1 1,0-1-1,1 0 1,1 0-1,0-1 0,1 0 1,0-1-1,1 0 1,1 0-1,8 7 2,4 9-3,-20-25 0,-1 0 0,1 0-1,0 0 1,0-1 0,0 1-1,0-1 1,0 0 0,1 0 0,0 0-1,0-1 1,0 1 0,0-1-1,0 0 1,0 0 0,0 0 0,1 0-1,1 0 4,177 6-46,-116-10 40,-29 0 0,1-2 1,0-2-1,-1-2 0,24-8 6,19-4-10,672-122-93,169-30 102,306-77 16,-522 97-14,298-37 8,822-184 13,-1332 255-21,423-52 14,-333 89-31,287-41-1235,-862 120 1203,57-8-3169,1-3 1,-2-3 0,16-8 3216,-40 9-2374</inkml:trace>
  <inkml:trace contextRef="#ctx0" brushRef="#br0" timeOffset="2">5306 4048 160,'-11'-3'9,"-1"1"-1,1-1 1,-1 2 0,0 0-1,0 0 1,0 1 0,1 0-1,-1 1 1,0 1 0,0 0-1,1 0 1,-11 4-9,11-2 270,0-1 0,0 1 1,1 1-1,-1 0 0,1 0 0,0 1 0,1 1 1,-1-1-1,1 1 0,0 1 0,1 0 0,0 0 1,0 1-1,1 0 0,-5 8-270,-24 29 294,-2-1 0,-2-1 0,-2-3 0,-2-1 0,-45 30-294,62-47 154,-350 250 957,112-65-380,184-146-600,3 2 0,2 4 1,4 4-1,3 2 0,-23 36-131,42-42 12,-2-2 0,-3-2-1,-3-3 1,-3-2 0,-52 38-12,68-64 0,-101 73-206,-112 107 206,253-208-10,3-5-111,1 1-1,0 0 0,-1 0 1,1 0-1,0 0 1,-1 0-1,1 0 1,0 0-1,0 0 0,0 0 1,0 1-1,0-1 1,0 0-1,0 1 0,0-1 1,1 1-1,-1-1 1,0 1-1,1-1 0,-1 1 1,1-1-1,0 1 1,-1 0-1,1-1 1,0 1-1,0 0 0,0-1 1,0 1-1,1-1 1,-1 1-1,0 0 0,1-1 1,-1 1-1,1-1 1,-1 1-1,1-1 0,0 1 122,4 2-213,0 0 0,0-1 0,1 0-1,0 0 1,-1 0 0,1-1-1,0 0 1,0 0 0,1 0 0,-1-1-1,0 1 1,0-2 0,1 1-1,-1-1 1,1 0 0,2 0 213,94-12-42,-52-7 33</inkml:trace>
  <inkml:trace contextRef="#ctx0" brushRef="#br0" timeOffset="3">9280 1314 160,'-11'10'222,"1"0"0,-1-1 0,0-1 0,-1 1 0,0-2 0,-1 0 0,1 0 0,-7 1-222,-36 16 762,1 2 0,1 2 0,1 3 0,-7 8-762,-323 249 26,-5 57 32,312-280 249,-3-3 0,-2-4 0,-12 2-307,34-21 267,6-2-57,2 1-1,2 3 1,2 2 0,-14 19-210,-203 238 952,61-129-464,193-166-504,1 0-1,-1 1 0,1-1 1,1 1-1,-1 1 1,1 0-1,0 0 1,0 0-1,1 1 1,0 0-1,0 0 0,1 1 1,0-1-1,1 1 1,0 0-1,0 0 1,1 1-1,0-1 0,-1 8 17,36-12-5238,-7-8 3606,3 0 770</inkml:trace>
  <inkml:trace contextRef="#ctx0" brushRef="#br0" timeOffset="4">11538 4702 208,'-149'9'-1,"142"-9"-17,-2-1 145,1 0 0,-1 1 0,1 0-1,-1 1 1,1 0 0,-1 0 0,1 1 0,0 0 0,-1 0 0,1 1 0,0 0 0,1 1-1,-1 0 1,1 0 0,-1 0 0,0 2-127,-179 160 3393,-26-6-1789,82-65 275,-104 100-1879,-66 101 971,126-121-601,-109 143-370,23-20-214,-147 120 214,350-351-2974,57-66 2859,0 0 0,1 0 0,-1 0 0,0 0 0,1 1 0,-1-1-1,1 0 1,-1 0 0,1 0 0,0 1 0,0-1 0,-1 0 0,1 0 0,0 1 0,0-1 0,0 0-1,0 1 1,0-1 0,1 0 0,-1 0 0,0 1 0,0-1 0,1 0 0,-1 0 0,1 0 0,-1 0-1,1 1 1,0-1 0,-1 0 0,1 0 0,0 0 0,0 0 0,0 0 0,0 0 0,0-1-1,0 1 1,0 0 0,0 0 0,0-1 0,0 1 0,0-1 0,0 1 0,0-1 0,1 1 0,-1-1-1,0 1 1,0-1 0,1 0 0,-1 0 0,0 0 0,0 0 0,1 0 0,-1 0 0,0 0 0,1 0 115,45-1-411,8-10 336</inkml:trace>
  <inkml:trace contextRef="#ctx0" brushRef="#br0" timeOffset="5">14784 2458 240,'-3'0'272,"0"0"1,0 1-1,0-1 0,0 1 1,1 0-1,-1 0 0,0 0 1,1 0-1,-1 0 1,1 1-1,-1-1 0,1 1 1,-1 0-1,1 0 0,0-1 1,0 1-1,0 1 0,0-1 1,0 0-1,1 0 0,-1 1 1,0-1-1,1 1 0,0-1 1,0 1-1,0 0 0,-1 2-272,1-3 47,-5 9 89,0-1-1,0 1 0,-2-1 0,1 0 1,-1-1-1,0 0 0,-1 0 1,0-1-1,-5 4-135,-22 17 227,2 1 0,2 2 1,1 2-1,1 1 0,-1 4-227,-192 301 2619,-229 238-1666,396-510-927,5-4-16,24-28-8,-2-1 1,-2-1 0,-1-2-1,-8 5-2,27-27-235,-25 22 82,19-7-3874,22-28-2999,9-1 6657,-9 3-233,38-11 21,23 0 466</inkml:trace>
  <inkml:trace contextRef="#ctx0" brushRef="#br0" timeOffset="6">17341 3271 296,'-17'7'175,"1"0"0,-1 1 0,1 1 0,1 1 0,0 1 0,0 0 0,1 0 0,0 1 0,1 1 0,1 1 0,0 0 0,1 0 0,0 1-1,1 0 1,-3 7-175,-14 16 549,-319 411 5847,228-290-5945,-100 101-451,97-123 80,-75 115-80,-367 512 221,301-379-135,130-184-176,-55 56 90,-15 5-3177,166-192-1465,65-79 2455,7-23 2076</inkml:trace>
  <inkml:trace contextRef="#ctx0" brushRef="#br0" timeOffset="7">18748 2992 336,'4'27'-12,"11"-33"297,36-27 5297,-18 1-5323,-1-1 0,-2-2 0,-2-1 0,-1-2 0,-2 0 0,-2-2 0,7-17-259,87-111 1625,-77 118-1512,76-94-15,7 5 0,28-17-98,190-195 167,-50 7-133,-117 196-428,-171 146 130,0-1 0,-1 1 0,1-1 1,0 0-1,-1 0 0,1 0 0,-1 0 1,0 0-1,0-1 0,0 1 0,0-1 1,-1 1-1,0-1 0,1 0 0,-1 1 1,-1-1-1,1 0 0,0 0 0,-1 0 0,0 1 1,0-1-1,0 0 0,0 0 0,-1 0 1,1 0-1,-1 0 0,0 1 0,0-1 1,-1 0-1,1 1 0,-1-1 0,-1-2 264,-2-5-308,-7-54-111,18 56 394</inkml:trace>
  <inkml:trace contextRef="#ctx0" brushRef="#br0" timeOffset="8">21589 4066 400,'-84'40'-7,"73"-34"345,2 1-1,-1 1 0,1 0 0,1 0 0,-1 1 1,1 0-1,1 0 0,0 1 0,0 0 0,1 0 0,0 0 1,-1 5-338,0-3 302,-1-1 1,0 0 0,0 0 0,-1 0 0,0-1 0,-1 0-1,0-1 1,-1 0 0,0-1 0,-9 5-303,-41 37 562,-208 248 1295,200-216-1539,-621 766 759,593-734-1045,5 4 0,6 4 0,0 10-32,-94 152 19,-121 211-159,223-344-1667,77-149 1657,1-1 0,-1 1 1,1 0-1,0 0 0,0-1 0,0 1 0,0 0 0,0 0 1,0-1-1,0 1 0,0 0 0,1 0 0,-1-1 1,1 1-1,-1 0 0,1-1 0,0 1 0,0 0 0,0-1 1,0 1-1,0-1 0,0 0 0,0 1 0,0-1 1,0 0-1,1 1 0,-1-1 0,0 0 0,1 0 0,-1 0 1,1 0-1,-1-1 0,1 1 0,0 0 0,-1-1 1,1 1-1,0-1 0,-1 1 0,1-1 0,0 0 0,0 0 1,0 0-1,-1 0 0,1 0 0,0 0 0,0 0 1,-1 0-1,1-1 0,0 1 0,0-1 0,-1 1 0,1-1 1,-1 0-1,1 0 0,0 0 0,-1 0 150,39-9-468</inkml:trace>
  <inkml:trace contextRef="#ctx0" brushRef="#br0" timeOffset="9">24604 1811 352,'9'32'0,"-32"-1"183,-41 153 7406,-55 46-4354,-127 179-3235,56-99 170,-52 155-65,232-442-116,1-3-195,-1 1 1,0-2-1,-2 1 0,0-1 1,-1-1-1,-11 11 206,0-11-3582,-15 26-2473,39-43 6050,1-1 0,0 1 0,-1 0 1,1 0-1,0-1 0,0 1 0,-1 0 0,1-1 0,0 1 0,0 0 0,0-1 0,0 0 0,0 1 0,0-1 1,0 1-1,0-1 0,0 0 0,0 0 0,0 0 0,0 1 0,0-1 0,0 0 0,0 0 0,0-1 0,0 1 0,0 0 1,0 0-1,0 0 0,0-1 0,0 1 0,0 0 0,0-1 0,0 1 0,0-1 0,0 1 0,0-1 0,-1 1 1,1-1-1,0 0 0,0 1 0,-1-1 0,1 0 0,0 0 0,-1 0 5,25-15-17,9-6-6</inkml:trace>
  <inkml:trace contextRef="#ctx0" brushRef="#br0" timeOffset="10">27425 3090 352,'-123'135'4639,"6"5"0,-47 79-4639,158-209 21,-290 460 762,-134 175-81,-100 250-365,437-732-357,7 3 0,-43 121 20,68-127-433,61-160 338,1-1 0,0 1 0,-1-1 0,1 1 1,0 0-1,0-1 0,-1 1 0,1 0 0,0 0 1,0 0-1,-1 0 0,1 0 0,0 0 0,0 0 0,-1 0 1,1 0-1,0 0 0,0 0 0,-1 0 0,1 0 1,0 0-1,0 1 0,-1-1 0,1 0 0,0 1 1,-1-1-1,1 0 0,0 1 0,-1-1 0,1 1 0,0-1 1,-1 1-1,1 0 0,-1-1 0,1 1 0,-1-1 1,0 1-1,1 0 0,-1-1 0,1 1 0,-1 0 1,0 0-1,0-1 0,1 1 0,-1 0 0,0 0 0,0-1 1,0 1-1,0 0 0,0 0 0,0-1 0,0 1 1,0 0-1,0 0 0,0-1 0,-1 1 0,1 0 0,0 0 1,0-1-1,-1 1 0,1 0 0,-1-1 0,1 1 95,41-11-2359,11-4 404</inkml:trace>
  <inkml:trace contextRef="#ctx0" brushRef="#br0" timeOffset="11">31394 2241 384,'11'23'807,"-9"-21"-665,-1 0 0,1 1 1,-1-1-1,1 1 0,-1-1 1,0 1-1,0-1 0,0 1 0,-1 0 1,1-1-1,-1 1 0,1 0 1,-1 0-1,0-1 0,0 1 0,0 0 1,0 0-1,-1 0 0,1-1 1,-1 1-1,0 0 0,0-1 0,0 1 1,0 0-1,0-1 0,0 1 1,-1-1-1,1 0 0,-1 2-142,-7 10 102,-1 0 0,0 0 1,-1 0-1,0-2 0,-1 1 0,0-1 0,-11 7-102,-28 29 43,-47 62 481,6 3 0,4 5 0,6 3 0,5 4 0,-1 14-524,-247 454 1790,266-469-1622,-13 27-1,-80 124-167,27-60-10,114-184-541,34-4-3843,46 13-448,-35-34 4531</inkml:trace>
  <inkml:trace contextRef="#ctx0" brushRef="#br0" timeOffset="12">34222 3956 448,'-3'-2'53,"0"0"-1,-1 0 1,1 1-1,0 0 1,-1 0-1,1 0 1,-1 0 0,1 0-1,-1 1 1,1-1-1,-1 1 1,1 0-1,-1 0 1,1 0-1,-1 1 1,1-1 0,-1 1-1,1 0 1,-1 0-1,1 0 1,0 0-1,-3 2-52,-3 3 394,0 0-1,1 1 1,0 0-1,0 1 0,1 0 1,0 0-1,1 1 1,-1-1-1,1 1 0,1 1 1,0-1-1,0 1 1,1 0-1,-2 8-393,-14 24 582,-252 424 493,-216 349-947,-93 222-364,258-409-3851,225-439 2238,4 10 124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4:54:30.626"/>
    </inkml:context>
    <inkml:brush xml:id="br0">
      <inkml:brushProperty name="width" value="0.35" units="cm"/>
      <inkml:brushProperty name="height" value="0.35" units="cm"/>
      <inkml:brushProperty name="color" value="#008C3A"/>
    </inkml:brush>
  </inkml:definitions>
  <inkml:trace contextRef="#ctx0" brushRef="#br0">65 3649 5161,'-65'53'4548,"65"-52"-4516,0 0 1,0 0-1,0 0 1,1 1-1,-1-1 1,0 0-1,0 0 1,1 0-1,-1 0 1,1 0-1,-1 0 1,1 1-1,-1-1 0,1 0 1,0 0-1,-1-1 1,1 1-1,0 0 1,0 0-1,0 0 1,0 0-1,0-1 1,0 1-1,0 0 1,0-1-1,0 1 1,0-1-1,0 1 1,0-1-1,0 1 1,0-1-1,1 0 1,-1 0-1,0 0 1,0 1-1,0-1 1,1 0-1,-1 0 1,0-1-1,0 1 1,0 0-1,0 0 0,1-1 1,-1 1-1,0 0 1,0-1-1,0 1 1,0-1-1,0 0 1,0 1-1,1-2-32,4 2 64,209-22 133,-63 4-130,0-6 0,-2-7 0,-2-6-1,115-46-66,2-3 152,3 11-1,245-33-151,-131 31 94,224-81-94,-188 45 31,458-100 25,1048-313-48,-929 243-14,-370 76-10,202-61 33,-719 234-8,2 5 1,0 4-1,2 5 0,1 5 1,71 1-10,-178 14 0,1 0 2,0-1-1,0 1 1,0 0 0,-1 0-1,1 0 1,0 1-1,0 0 1,0 1-1,-1 0 1,1 0-1,-1 0 1,1 0-1,-1 1 1,0 1-1,0-1 1,0 1-1,0-1 1,0 2-2,-5-2-4,0-1-1,0 1 1,-1-1 0,1 1 0,-1-1 0,0 1 0,0 0 0,0-1 0,0 1 0,0-1 0,0 1 0,0-1-1,-1 1 1,0-1 0,1 1 0,-1-1 0,0 1 0,0-1 0,0 0 0,-1 1 0,1-1 0,0 0 0,-1 0-1,0 0 1,1 0 0,-1 0 4,-2 5-5,-160 280 25,83-133 7,-81 183 27,-20 126 7,-16 39-43,168-388-17,31-112 3,0 0 0,1-1 1,0 0-1,-1 1 0,1-1 0,0 0 1,-1 0-1,1 0 0,0 0 0,0 0 1,0 0-1,0-1 0,0 1 0,0 0 0,0-1 1,0 0-1,0 1 0,0-1 0,0 0 1,1 0-1,-1 0 0,0-1 0,0 1 1,0 0-1,0-1 0,0 1 0,0-1 0,0 0-4,6 1 9,461-7 87,264-51-38,-285 29-47,-2-19 0,182-54-11,692-151 9,285-20-1,58-56 13,-1031 208-59,474-162 38,-227 14 6,395-102-4,-807 282 6,-357 72-8,0 10 14,-108 9-16,0 0-1,0 0 1,-1 0-1,1 0 0,0 0 1,-1 0-1,1 1 1,-1-1-1,0 1 1,0-1-1,0 1 0,0-1 1,0 1-1,-1-1 1,1 1-1,-1 0 0,0 0 1,1-1-1,-1 1 1,0 0-1,-1-1 1,1 1-1,0 0 0,-1 0 1,0-1-1,1 1 1,-1-1-1,0 1 0,0-1 1,-1 1-1,1-1 1,0 0-1,-1 1 3,-137 250-32,-41 270 103,34-128-51,-49 153 8,138-343-78,77-208-42,46-19 108,1 3 0,0 3 0,65-7-16,54-12 22,412-67 0,645-184-20,-483 95-10,-3-35 8,888-236-7,-322 71 14,-465 174 1,138-22-16,-986 237 8,23-6-1,401-104-6,-426 109 8,0 0 0,0 0 1,0 1-1,0 0 0,1 0 1,-1 1-1,1 0 0,-1 0 1,1 1-1,-1 1 0,1-1 1,-1 1-1,8 2-1,-12 1-1,-2 0 0,1 0 0,0 0 0,-1 1 0,0-1 1,0 0-1,0 1 0,0 0 0,-1-1 0,0 1 0,0 0 0,0 0 0,0 0 0,-1 0 0,0 0 0,0 0 0,0-1 0,-1 1 1,0 0-1,0 0 0,0 0 0,0 0 0,-1-1 0,1 1 0,-2 0 1,1 4-1,-2 13 0,-37 196 33,-2 93-32,-12 411-8,3-223 9,45-420 1,2 0 0,4 1 0,6 28-2,-2-14-1,-3-82 0,-1-9-1,0 0-1,1 0 0,-1 0 1,1-1-1,-1 1 1,1 0-1,0 0 0,0 0 1,1 0-1,-1 0 0,1 0 1,-1 0-1,1-1 0,0 1 1,0 0-1,0 0 1,0-1-1,1 1 0,-1-1 1,1 1-1,-1-1 0,1 0 1,0 1-1,0-1 0,0 0 1,0 0-1,0 0 1,1-1-1,-1 1 0,0 0 1,1-1-1,0 0 0,-1 1 1,1-1-1,1 0 3,122-31-56,288-114 23,99-71 6,529-150 12,-392 137 17,-59 16-3,236-92-14,538-312-25,-1003 445 48,-93 48 3,6 12 0,45-1-11,-211 78 4,545-153-16,-598 172-140,-1-2 0,0-3-1,-2-3 1,7-4 152,151-62-10920,-181 74 10360</inkml:trace>
  <inkml:trace contextRef="#ctx0" brushRef="#br0" timeOffset="1">189 5842 112,'-23'23'-4,"12"-14"3,1 1-1,0 0 1,1 0-1,0 1 1,1 0-1,0 1 1,1-1-1,-4 11 2,1 2 735,8-16 1105,7-16-370,42-25 437,120-48 304,-65 18-2065,2 4 0,3 5-1,2 5 1,2 4 0,2 5 0,1 5-1,8 4-145,48-19 29,-1-7 0,102-53-29,501-217 25,-476 219 17,136-25-42,-59 20 15,-131 28 0,203-102-15,-195 80 16,5 11 0,138-28-16,-180 56 1,-2-9-1,52-35 0,497-191 15,-492 192-7,-55 40 15,-148 63-22,-50 3 206,-7 14 337,-24 115 645,16-28-1029,-5 1 0,-14 80-160,-4 58 259,18-150-184,3 1 0,4 0 1,8 39-76,13 185 64,8-47 32,11-80-56,-37-167-40,-5-13 6,0 0-1,1-1 1,0 1 0,-1 0-1,1 0 1,0-1-1,1 1 1,-1-1-1,0 1 1,1-1-1,-1 0 1,1 1 0,0-1-1,0 0 1,0 0-1,0 0 1,0 0-1,0-1 1,0 1-1,1-1 1,-1 1 0,1-1-1,-1 0 1,1 1-1,-1-1 1,1-1-1,1 1-5,12 2 11,1-1 1,0 0-1,0-1 0,0-1 0,0-1 0,-1-1 0,1 0 0,0-1 0,-1 0 0,10-5-11,23-2 27,417-45 109,73-18-88,931-139 16,-1319 196-58,294-29 3,-2-19 0,326-95-9,580-185 0,-8 12 8,-1260 311-8,542-144 16,99-6-7,69 22 6,82-33-17,-270 63 12,-463 80-6,2 7 1,1 6 0,1 7-1,103 0-4,-245 20 3,-1-1 0,0 1 0,0 0 0,0 0 0,0 0 0,0 0 0,0 0-1,0 0 1,-1 0 0,1 0 0,0 0 0,0 0 0,-1 1 0,1-1 0,-1 0 0,1 0-1,-1 1 1,0-1 0,1 0 0,-1 1 0,0-1 0,0 1 0,0-1 0,0 0-1,0 1 1,0-1 0,0 0 0,0 1 0,-1-1 0,1 0 0,-1 1 0,1-1-1,-1 0 1,1 0 0,-1 1-3,0 4 9,-43 136 111,-219 579 96,243-670-209,1 1 0,3 1 0,2 0 0,3 1 0,2 1 0,2-1 0,2 27-7,4-34-1,-2-5-1,3-1 1,2 1-1,1 0 0,7 32 2,-8-69-3,0 1 1,0-1-1,1 1 0,0-1 0,0 0 0,0 0 1,0 0-1,1 0 0,-1-1 0,1 1 1,1-1-1,-1 0 0,0 0 0,1-1 0,0 1 1,0-1-1,0 0 0,0 0 0,1-1 0,-1 1 1,1-1-1,-1 0 0,1-1 0,0 1 0,0-1 1,0-1-1,-1 1 0,1-1 0,0 0 0,0 0 1,0 0-1,2-2 3,25 2-8,-1-1 0,0-2 0,1-1 0,-1-2 0,-1-1 0,0-2 0,0-1 0,16-8 8,41-11 5,1 4 1,1 4-1,43-3-5,119-28 8,137-47-7,456-17 22,-804 111-23,617-97 0,-306 42 0,91-6-1,55-7-6,379-111 7,-172-15 0,54 24 6,-411 103-4,353-83-9,-145 24 22,-414 100 0,3 7 1,38 2-16,60-28-7,-238 50 12,0 0-1,-1 0 1,1 0 0,-1 1 0,1 0 0,-1 0-1,1 0 1,-1 0 0,1 1 0,-1 0 0,0 0-1,0 0 1,0 0 0,0 1 0,0-1 0,-1 1-1,1 0 1,-1 0 0,1 0 0,-1 1 0,0-1-1,-1 1 1,1 0 0,-1 0 0,1 0 0,-1 0-1,0 0 1,0 0 0,-1 1 0,1-1-1,-1 0 1,0 3-5,5 16 5,-1 0 1,-2 1-1,0-1 0,-1 1 0,-2 0 0,0-1 1,-1 1-1,-2 0 0,0-1 0,-5 12-5,-6 88 50,4 227 382,24 161-432,-9-409 52,5 0 0,4 0 1,4-1-1,9 16-52,-22-102-2,1 1 1,0-1-1,1 0 1,1 0-1,0-1 0,1 0 1,0-1-1,1 0 1,1 0-1,8 7 2,4 9-3,-20-25 0,-1 0 0,1 0-1,0 0 1,0-1 0,0 1-1,0-1 1,0 0 0,1 0 0,0 0-1,0-1 1,0 1 0,0-1-1,0 0 1,0 0 0,0 0 0,1 0-1,1 0 4,177 6-46,-116-10 40,-29 0 0,1-2 1,0-2-1,-1-2 0,24-8 6,19-4-10,672-122-93,169-30 102,306-77 16,-522 97-14,298-37 8,822-184 13,-1332 255-21,423-52 14,-333 89-31,287-41-1235,-862 120 1203,57-8-3169,1-3 1,-2-3 0,16-8 3216,-40 9-2374</inkml:trace>
  <inkml:trace contextRef="#ctx0" brushRef="#br0" timeOffset="2">5306 4048 160,'-11'-3'9,"-1"1"-1,1-1 1,-1 2 0,0 0-1,0 0 1,0 1 0,1 0-1,-1 1 1,0 1 0,0 0-1,1 0 1,-11 4-9,11-2 270,0-1 0,0 1 1,1 1-1,-1 0 0,1 0 0,0 1 0,1 1 1,-1-1-1,1 1 0,0 1 0,1 0 0,0 0 1,0 1-1,1 0 0,-5 8-270,-24 29 294,-2-1 0,-2-1 0,-2-3 0,-2-1 0,-45 30-294,62-47 154,-350 250 957,112-65-380,184-146-600,3 2 0,2 4 1,4 4-1,3 2 0,-23 36-131,42-42 12,-2-2 0,-3-2-1,-3-3 1,-3-2 0,-52 38-12,68-64 0,-101 73-206,-112 107 206,253-208-10,3-5-111,1 1-1,0 0 0,-1 0 1,1 0-1,0 0 1,-1 0-1,1 0 1,0 0-1,0 0 0,0 0 1,0 1-1,0-1 1,0 0-1,0 1 0,0-1 1,1 1-1,-1-1 1,0 1-1,1-1 0,-1 1 1,1-1-1,0 1 1,-1 0-1,1-1 1,0 1-1,0 0 0,0-1 1,0 1-1,1-1 1,-1 1-1,0 0 0,1-1 1,-1 1-1,1-1 1,-1 1-1,1-1 0,0 1 122,4 2-213,0 0 0,0-1 0,1 0-1,0 0 1,-1 0 0,1-1-1,0 0 1,0 0 0,1 0 0,-1-1-1,0 1 1,0-2 0,1 1-1,-1-1 1,1 0 0,2 0 213,94-12-42,-52-7 33</inkml:trace>
  <inkml:trace contextRef="#ctx0" brushRef="#br0" timeOffset="3">9280 1314 160,'-11'10'222,"1"0"0,-1-1 0,0-1 0,-1 1 0,0-2 0,-1 0 0,1 0 0,-7 1-222,-36 16 762,1 2 0,1 2 0,1 3 0,-7 8-762,-323 249 26,-5 57 32,312-280 249,-3-3 0,-2-4 0,-12 2-307,34-21 267,6-2-57,2 1-1,2 3 1,2 2 0,-14 19-210,-203 238 952,61-129-464,193-166-504,1 0-1,-1 1 0,1-1 1,1 1-1,-1 1 1,1 0-1,0 0 1,0 0-1,1 1 1,0 0-1,0 0 0,1 1 1,0-1-1,1 1 1,0 0-1,0 0 1,1 1-1,0-1 0,-1 8 17,36-12-5238,-7-8 3606,3 0 770</inkml:trace>
  <inkml:trace contextRef="#ctx0" brushRef="#br0" timeOffset="4">11538 4702 208,'-149'9'-1,"142"-9"-17,-2-1 145,1 0 0,-1 1 0,1 0-1,-1 1 1,1 0 0,-1 0 0,1 1 0,0 0 0,-1 0 0,1 1 0,0 0 0,1 1-1,-1 0 1,1 0 0,-1 0 0,0 2-127,-179 160 3393,-26-6-1789,82-65 275,-104 100-1879,-66 101 971,126-121-601,-109 143-370,23-20-214,-147 120 214,350-351-2974,57-66 2859,0 0 0,1 0 0,-1 0 0,0 0 0,1 1 0,-1-1-1,1 0 1,-1 0 0,1 0 0,0 1 0,0-1 0,-1 0 0,1 0 0,0 1 0,0-1 0,0 0-1,0 1 1,0-1 0,1 0 0,-1 0 0,0 1 0,0-1 0,1 0 0,-1 0 0,1 0 0,-1 0-1,1 1 1,0-1 0,-1 0 0,1 0 0,0 0 0,0 0 0,0 0 0,0 0 0,0-1-1,0 1 1,0 0 0,0 0 0,0-1 0,0 1 0,0-1 0,0 1 0,0-1 0,1 1 0,-1-1-1,0 1 1,0-1 0,1 0 0,-1 0 0,0 0 0,0 0 0,1 0 0,-1 0 0,0 0 0,1 0 115,45-1-411,8-10 336</inkml:trace>
  <inkml:trace contextRef="#ctx0" brushRef="#br0" timeOffset="5">14784 2458 240,'-3'0'272,"0"0"1,0 1-1,0-1 0,0 1 1,1 0-1,-1 0 0,0 0 1,1 0-1,-1 0 1,1 1-1,-1-1 0,1 1 1,-1 0-1,1 0 0,0-1 1,0 1-1,0 1 0,0-1 1,0 0-1,1 0 0,-1 1 1,0-1-1,1 1 0,0-1 1,0 1-1,0 0 0,-1 2-272,1-3 47,-5 9 89,0-1-1,0 1 0,-2-1 0,1 0 1,-1-1-1,0 0 0,-1 0 1,0-1-1,-5 4-135,-22 17 227,2 1 0,2 2 1,1 2-1,1 1 0,-1 4-227,-192 301 2619,-229 238-1666,396-510-927,5-4-16,24-28-8,-2-1 1,-2-1 0,-1-2-1,-8 5-2,27-27-235,-25 22 82,19-7-3874,22-28-2999,9-1 6657,-9 3-233,38-11 21,23 0 466</inkml:trace>
  <inkml:trace contextRef="#ctx0" brushRef="#br0" timeOffset="6">17341 3271 296,'-17'7'175,"1"0"0,-1 1 0,1 1 0,1 1 0,0 1 0,0 0 0,1 0 0,0 1 0,1 1 0,1 1 0,0 0 0,1 0 0,0 1-1,1 0 1,-3 7-175,-14 16 549,-319 411 5847,228-290-5945,-100 101-451,97-123 80,-75 115-80,-367 512 221,301-379-135,130-184-176,-55 56 90,-15 5-3177,166-192-1465,65-79 2455,7-23 2076</inkml:trace>
  <inkml:trace contextRef="#ctx0" brushRef="#br0" timeOffset="7">18748 2992 336,'4'27'-12,"11"-33"297,36-27 5297,-18 1-5323,-1-1 0,-2-2 0,-2-1 0,-1-2 0,-2 0 0,-2-2 0,7-17-259,87-111 1625,-77 118-1512,76-94-15,7 5 0,28-17-98,190-195 167,-50 7-133,-117 196-428,-171 146 130,0-1 0,-1 1 0,1-1 1,0 0-1,-1 0 0,1 0 0,-1 0 1,0 0-1,0-1 0,0 1 0,0-1 1,-1 1-1,0-1 0,1 0 0,-1 1 1,-1-1-1,1 0 0,0 0 0,-1 0 0,0 1 1,0-1-1,0 0 0,0 0 0,-1 0 1,1 0-1,-1 0 0,0 1 0,0-1 1,-1 0-1,1 1 0,-1-1 0,-1-2 264,-2-5-308,-7-54-111,18 56 394</inkml:trace>
  <inkml:trace contextRef="#ctx0" brushRef="#br0" timeOffset="8">21589 4066 400,'-84'40'-7,"73"-34"345,2 1-1,-1 1 0,1 0 0,1 0 0,-1 1 1,1 0-1,1 0 0,0 1 0,0 0 0,1 0 0,0 0 1,-1 5-338,0-3 302,-1-1 1,0 0 0,0 0 0,-1 0 0,0-1 0,-1 0-1,0-1 1,-1 0 0,0-1 0,-9 5-303,-41 37 562,-208 248 1295,200-216-1539,-621 766 759,593-734-1045,5 4 0,6 4 0,0 10-32,-94 152 19,-121 211-159,223-344-1667,77-149 1657,1-1 0,-1 1 1,1 0-1,0 0 0,0-1 0,0 1 0,0 0 0,0 0 1,0-1-1,0 1 0,0 0 0,1 0 0,-1-1 1,1 1-1,-1 0 0,1-1 0,0 1 0,0 0 0,0-1 1,0 1-1,0-1 0,0 0 0,0 1 0,0-1 1,0 0-1,1 1 0,-1-1 0,0 0 0,1 0 0,-1 0 1,1 0-1,-1-1 0,1 1 0,0 0 0,-1-1 1,1 1-1,0-1 0,-1 1 0,1-1 0,0 0 0,0 0 1,0 0-1,-1 0 0,1 0 0,0 0 0,0 0 1,-1 0-1,1-1 0,0 1 0,0-1 0,-1 1 0,1-1 1,-1 0-1,1 0 0,0 0 0,-1 0 150,39-9-468</inkml:trace>
  <inkml:trace contextRef="#ctx0" brushRef="#br0" timeOffset="9">24604 1811 352,'9'32'0,"-32"-1"183,-41 153 7406,-55 46-4354,-127 179-3235,56-99 170,-52 155-65,232-442-116,1-3-195,-1 1 1,0-2-1,-2 1 0,0-1 1,-1-1-1,-11 11 206,0-11-3582,-15 26-2473,39-43 6050,1-1 0,0 1 0,-1 0 1,1 0-1,0-1 0,0 1 0,-1 0 0,1-1 0,0 1 0,0 0 0,0-1 0,0 0 0,0 1 0,0-1 1,0 1-1,0-1 0,0 0 0,0 0 0,0 0 0,0 1 0,0-1 0,0 0 0,0 0 0,0-1 0,0 1 0,0 0 1,0 0-1,0 0 0,0-1 0,0 1 0,0 0 0,0-1 0,0 1 0,0-1 0,0 1 0,0-1 0,-1 1 1,1-1-1,0 0 0,0 1 0,-1-1 0,1 0 0,0 0 0,-1 0 5,25-15-17,9-6-6</inkml:trace>
  <inkml:trace contextRef="#ctx0" brushRef="#br0" timeOffset="10">27425 3090 352,'-123'135'4639,"6"5"0,-47 79-4639,158-209 21,-290 460 762,-134 175-81,-100 250-365,437-732-357,7 3 0,-43 121 20,68-127-433,61-160 338,1-1 0,0 1 0,-1-1 0,1 1 1,0 0-1,0-1 0,-1 1 0,1 0 0,0 0 1,0 0-1,-1 0 0,1 0 0,0 0 0,0 0 0,-1 0 1,1 0-1,0 0 0,0 0 0,-1 0 0,1 0 1,0 0-1,0 1 0,-1-1 0,1 0 0,0 1 1,-1-1-1,1 0 0,0 1 0,-1-1 0,1 1 0,0-1 1,-1 1-1,1 0 0,-1-1 0,1 1 0,-1-1 1,0 1-1,1 0 0,-1-1 0,1 1 0,-1 0 1,0 0-1,0-1 0,1 1 0,-1 0 0,0 0 0,0-1 1,0 1-1,0 0 0,0 0 0,0-1 0,0 1 1,0 0-1,0 0 0,0-1 0,-1 1 0,1 0 0,0 0 1,0-1-1,-1 1 0,1 0 0,-1-1 0,1 1 95,41-11-2359,11-4 404</inkml:trace>
  <inkml:trace contextRef="#ctx0" brushRef="#br0" timeOffset="11">31394 2241 384,'11'23'807,"-9"-21"-665,-1 0 0,1 1 1,-1-1-1,1 1 0,-1-1 1,0 1-1,0-1 0,0 1 0,-1 0 1,1-1-1,-1 1 0,1 0 1,-1 0-1,0-1 0,0 1 0,0 0 1,0 0-1,-1 0 0,1-1 1,-1 1-1,0 0 0,0-1 0,0 1 1,0 0-1,0-1 0,0 1 1,-1-1-1,1 0 0,-1 2-142,-7 10 102,-1 0 0,0 0 1,-1 0-1,0-2 0,-1 1 0,0-1 0,-11 7-102,-28 29 43,-47 62 481,6 3 0,4 5 0,6 3 0,5 4 0,-1 14-524,-247 454 1790,266-469-1622,-13 27-1,-80 124-167,27-60-10,114-184-541,34-4-3843,46 13-448,-35-34 4531</inkml:trace>
  <inkml:trace contextRef="#ctx0" brushRef="#br0" timeOffset="12">34222 3956 448,'-3'-2'53,"0"0"-1,-1 0 1,1 1-1,0 0 1,-1 0-1,1 0 1,-1 0 0,1 0-1,-1 1 1,1-1-1,-1 1 1,1 0-1,-1 0 1,1 0-1,-1 1 1,1-1 0,-1 1-1,1 0 1,-1 0-1,1 0 1,0 0-1,-3 2-52,-3 3 394,0 0-1,1 1 1,0 0-1,0 1 0,1 0 1,0 0-1,1 1 1,-1-1-1,1 1 0,1 1 1,0-1-1,0 1 1,1 0-1,-2 8-393,-14 24 582,-252 424 493,-216 349-947,-93 222-364,258-409-3851,225-439 2238,4 10 124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4:54:29.552"/>
    </inkml:context>
    <inkml:brush xml:id="br0">
      <inkml:brushProperty name="width" value="0.35" units="cm"/>
      <inkml:brushProperty name="height" value="0.35" units="cm"/>
      <inkml:brushProperty name="color" value="#008C3A"/>
    </inkml:brush>
  </inkml:definitions>
  <inkml:trace contextRef="#ctx0" brushRef="#br0">65 3649 5161,'-65'53'4548,"65"-52"-4516,0 0 1,0 0-1,0 0 1,1 1-1,-1-1 1,0 0-1,0 0 1,1 0-1,-1 0 1,1 0-1,-1 0 1,1 1-1,-1-1 0,1 0 1,0 0-1,-1-1 1,1 1-1,0 0 1,0 0-1,0 0 1,0 0-1,0-1 1,0 1-1,0 0 1,0-1-1,0 1 1,0-1-1,0 1 1,0-1-1,0 1 1,0-1-1,1 0 1,-1 0-1,0 0 1,0 1-1,0-1 1,1 0-1,-1 0 1,0-1-1,0 1 1,0 0-1,0 0 0,1-1 1,-1 1-1,0 0 1,0-1-1,0 1 1,0-1-1,0 0 1,0 1-1,1-2-32,4 2 64,209-22 133,-63 4-130,0-6 0,-2-7 0,-2-6-1,115-46-66,2-3 152,3 11-1,245-33-151,-131 31 94,224-81-94,-188 45 31,458-100 25,1048-313-48,-929 243-14,-370 76-10,202-61 33,-719 234-8,2 5 1,0 4-1,2 5 0,1 5 1,71 1-10,-178 14 0,1 0 2,0-1-1,0 1 1,0 0 0,-1 0-1,1 0 1,0 1-1,0 0 1,0 1-1,-1 0 1,1 0-1,-1 0 1,1 0-1,-1 1 1,0 1-1,0-1 1,0 1-1,0-1 1,0 2-2,-5-2-4,0-1-1,0 1 1,-1-1 0,1 1 0,-1-1 0,0 1 0,0 0 0,0-1 0,0 1 0,0-1 0,0 1 0,0-1-1,-1 1 1,0-1 0,1 1 0,-1-1 0,0 1 0,0-1 0,0 0 0,-1 1 0,1-1 0,0 0 0,-1 0-1,0 0 1,1 0 0,-1 0 4,-2 5-5,-160 280 25,83-133 7,-81 183 27,-20 126 7,-16 39-43,168-388-17,31-112 3,0 0 0,1-1 1,0 0-1,-1 1 0,1-1 0,0 0 1,-1 0-1,1 0 0,0 0 0,0 0 1,0 0-1,0-1 0,0 1 0,0 0 0,0-1 1,0 0-1,0 1 0,0-1 0,0 0 1,1 0-1,-1 0 0,0-1 0,0 1 1,0 0-1,0-1 0,0 1 0,0-1 0,0 0-4,6 1 9,461-7 87,264-51-38,-285 29-47,-2-19 0,182-54-11,692-151 9,285-20-1,58-56 13,-1031 208-59,474-162 38,-227 14 6,395-102-4,-807 282 6,-357 72-8,0 10 14,-108 9-16,0 0-1,0 0 1,-1 0-1,1 0 0,0 0 1,-1 0-1,1 1 1,-1-1-1,0 1 1,0-1-1,0 1 0,0-1 1,0 1-1,-1-1 1,1 1-1,-1 0 0,0 0 1,1-1-1,-1 1 1,0 0-1,-1-1 1,1 1-1,0 0 0,-1 0 1,0-1-1,1 1 1,-1-1-1,0 1 0,0-1 1,-1 1-1,1-1 1,0 0-1,-1 1 3,-137 250-32,-41 270 103,34-128-51,-49 153 8,138-343-78,77-208-42,46-19 108,1 3 0,0 3 0,65-7-16,54-12 22,412-67 0,645-184-20,-483 95-10,-3-35 8,888-236-7,-322 71 14,-465 174 1,138-22-16,-986 237 8,23-6-1,401-104-6,-426 109 8,0 0 0,0 0 1,0 1-1,0 0 0,1 0 1,-1 1-1,1 0 0,-1 0 1,1 1-1,-1 1 0,1-1 1,-1 1-1,8 2-1,-12 1-1,-2 0 0,1 0 0,0 0 0,-1 1 0,0-1 1,0 0-1,0 1 0,0 0 0,-1-1 0,0 1 0,0 0 0,0 0 0,0 0 0,-1 0 0,0 0 0,0 0 0,0-1 0,-1 1 1,0 0-1,0 0 0,0 0 0,0 0 0,-1-1 0,1 1 0,-2 0 1,1 4-1,-2 13 0,-37 196 33,-2 93-32,-12 411-8,3-223 9,45-420 1,2 0 0,4 1 0,6 28-2,-2-14-1,-3-82 0,-1-9-1,0 0-1,1 0 0,-1 0 1,1-1-1,-1 1 1,1 0-1,0 0 0,0 0 1,1 0-1,-1 0 0,1 0 1,-1 0-1,1-1 0,0 1 1,0 0-1,0 0 1,0-1-1,1 1 0,-1-1 1,1 1-1,-1-1 0,1 0 1,0 1-1,0-1 0,0 0 1,0 0-1,0 0 1,1-1-1,-1 1 0,0 0 1,1-1-1,0 0 0,-1 1 1,1-1-1,1 0 3,122-31-56,288-114 23,99-71 6,529-150 12,-392 137 17,-59 16-3,236-92-14,538-312-25,-1003 445 48,-93 48 3,6 12 0,45-1-11,-211 78 4,545-153-16,-598 172-140,-1-2 0,0-3-1,-2-3 1,7-4 152,151-62-10920,-181 74 10360</inkml:trace>
  <inkml:trace contextRef="#ctx0" brushRef="#br0" timeOffset="1">189 5842 112,'-23'23'-4,"12"-14"3,1 1-1,0 0 1,1 0-1,0 1 1,1 0-1,0 1 1,1-1-1,-4 11 2,1 2 735,8-16 1105,7-16-370,42-25 437,120-48 304,-65 18-2065,2 4 0,3 5-1,2 5 1,2 4 0,2 5 0,1 5-1,8 4-145,48-19 29,-1-7 0,102-53-29,501-217 25,-476 219 17,136-25-42,-59 20 15,-131 28 0,203-102-15,-195 80 16,5 11 0,138-28-16,-180 56 1,-2-9-1,52-35 0,497-191 15,-492 192-7,-55 40 15,-148 63-22,-50 3 206,-7 14 337,-24 115 645,16-28-1029,-5 1 0,-14 80-160,-4 58 259,18-150-184,3 1 0,4 0 1,8 39-76,13 185 64,8-47 32,11-80-56,-37-167-40,-5-13 6,0 0-1,1-1 1,0 1 0,-1 0-1,1 0 1,0-1-1,1 1 1,-1-1-1,0 1 1,1-1-1,-1 0 1,1 1 0,0-1-1,0 0 1,0 0-1,0 0 1,0 0-1,0-1 1,0 1-1,1-1 1,-1 1 0,1-1-1,-1 0 1,1 1-1,-1-1 1,1-1-1,1 1-5,12 2 11,1-1 1,0 0-1,0-1 0,0-1 0,0-1 0,-1-1 0,1 0 0,0-1 0,-1 0 0,10-5-11,23-2 27,417-45 109,73-18-88,931-139 16,-1319 196-58,294-29 3,-2-19 0,326-95-9,580-185 0,-8 12 8,-1260 311-8,542-144 16,99-6-7,69 22 6,82-33-17,-270 63 12,-463 80-6,2 7 1,1 6 0,1 7-1,103 0-4,-245 20 3,-1-1 0,0 1 0,0 0 0,0 0 0,0 0 0,0 0 0,0 0-1,0 0 1,-1 0 0,1 0 0,0 0 0,0 0 0,-1 1 0,1-1 0,-1 0 0,1 0-1,-1 1 1,0-1 0,1 0 0,-1 1 0,0-1 0,0 1 0,0-1 0,0 0-1,0 1 1,0-1 0,0 0 0,0 1 0,-1-1 0,1 0 0,-1 1 0,1-1-1,-1 0 1,1 0 0,-1 1-3,0 4 9,-43 136 111,-219 579 96,243-670-209,1 1 0,3 1 0,2 0 0,3 1 0,2 1 0,2-1 0,2 27-7,4-34-1,-2-5-1,3-1 1,2 1-1,1 0 0,7 32 2,-8-69-3,0 1 1,0-1-1,1 1 0,0-1 0,0 0 0,0 0 1,0 0-1,1 0 0,-1-1 0,1 1 1,1-1-1,-1 0 0,0 0 0,1-1 0,0 1 1,0-1-1,0 0 0,0 0 0,1-1 0,-1 1 1,1-1-1,-1 0 0,1-1 0,0 1 0,0-1 1,0-1-1,-1 1 0,1-1 0,0 0 0,0 0 1,0 0-1,2-2 3,25 2-8,-1-1 0,0-2 0,1-1 0,-1-2 0,-1-1 0,0-2 0,0-1 0,16-8 8,41-11 5,1 4 1,1 4-1,43-3-5,119-28 8,137-47-7,456-17 22,-804 111-23,617-97 0,-306 42 0,91-6-1,55-7-6,379-111 7,-172-15 0,54 24 6,-411 103-4,353-83-9,-145 24 22,-414 100 0,3 7 1,38 2-16,60-28-7,-238 50 12,0 0-1,-1 0 1,1 0 0,-1 1 0,1 0 0,-1 0-1,1 0 1,-1 0 0,1 1 0,-1 0 0,0 0-1,0 0 1,0 0 0,0 1 0,0-1 0,-1 1-1,1 0 1,-1 0 0,1 0 0,-1 1 0,0-1-1,-1 1 1,1 0 0,-1 0 0,1 0 0,-1 0-1,0 0 1,0 0 0,-1 1 0,1-1-1,-1 0 1,0 3-5,5 16 5,-1 0 1,-2 1-1,0-1 0,-1 1 0,-2 0 0,0-1 1,-1 1-1,-2 0 0,0-1 0,-5 12-5,-6 88 50,4 227 382,24 161-432,-9-409 52,5 0 0,4 0 1,4-1-1,9 16-52,-22-102-2,1 1 1,0-1-1,1 0 1,1 0-1,0-1 0,1 0 1,0-1-1,1 0 1,1 0-1,8 7 2,4 9-3,-20-25 0,-1 0 0,1 0-1,0 0 1,0-1 0,0 1-1,0-1 1,0 0 0,1 0 0,0 0-1,0-1 1,0 1 0,0-1-1,0 0 1,0 0 0,0 0 0,1 0-1,1 0 4,177 6-46,-116-10 40,-29 0 0,1-2 1,0-2-1,-1-2 0,24-8 6,19-4-10,672-122-93,169-30 102,306-77 16,-522 97-14,298-37 8,822-184 13,-1332 255-21,423-52 14,-333 89-31,287-41-1235,-862 120 1203,57-8-3169,1-3 1,-2-3 0,16-8 3216,-40 9-2374</inkml:trace>
  <inkml:trace contextRef="#ctx0" brushRef="#br0" timeOffset="2">5306 4048 160,'-11'-3'9,"-1"1"-1,1-1 1,-1 2 0,0 0-1,0 0 1,0 1 0,1 0-1,-1 1 1,0 1 0,0 0-1,1 0 1,-11 4-9,11-2 270,0-1 0,0 1 1,1 1-1,-1 0 0,1 0 0,0 1 0,1 1 1,-1-1-1,1 1 0,0 1 0,1 0 0,0 0 1,0 1-1,1 0 0,-5 8-270,-24 29 294,-2-1 0,-2-1 0,-2-3 0,-2-1 0,-45 30-294,62-47 154,-350 250 957,112-65-380,184-146-600,3 2 0,2 4 1,4 4-1,3 2 0,-23 36-131,42-42 12,-2-2 0,-3-2-1,-3-3 1,-3-2 0,-52 38-12,68-64 0,-101 73-206,-112 107 206,253-208-10,3-5-111,1 1-1,0 0 0,-1 0 1,1 0-1,0 0 1,-1 0-1,1 0 1,0 0-1,0 0 0,0 0 1,0 1-1,0-1 1,0 0-1,0 1 0,0-1 1,1 1-1,-1-1 1,0 1-1,1-1 0,-1 1 1,1-1-1,0 1 1,-1 0-1,1-1 1,0 1-1,0 0 0,0-1 1,0 1-1,1-1 1,-1 1-1,0 0 0,1-1 1,-1 1-1,1-1 1,-1 1-1,1-1 0,0 1 122,4 2-213,0 0 0,0-1 0,1 0-1,0 0 1,-1 0 0,1-1-1,0 0 1,0 0 0,1 0 0,-1-1-1,0 1 1,0-2 0,1 1-1,-1-1 1,1 0 0,2 0 213,94-12-42,-52-7 33</inkml:trace>
  <inkml:trace contextRef="#ctx0" brushRef="#br0" timeOffset="3">9280 1314 160,'-11'10'222,"1"0"0,-1-1 0,0-1 0,-1 1 0,0-2 0,-1 0 0,1 0 0,-7 1-222,-36 16 762,1 2 0,1 2 0,1 3 0,-7 8-762,-323 249 26,-5 57 32,312-280 249,-3-3 0,-2-4 0,-12 2-307,34-21 267,6-2-57,2 1-1,2 3 1,2 2 0,-14 19-210,-203 238 952,61-129-464,193-166-504,1 0-1,-1 1 0,1-1 1,1 1-1,-1 1 1,1 0-1,0 0 1,0 0-1,1 1 1,0 0-1,0 0 0,1 1 1,0-1-1,1 1 1,0 0-1,0 0 1,1 1-1,0-1 0,-1 8 17,36-12-5238,-7-8 3606,3 0 770</inkml:trace>
  <inkml:trace contextRef="#ctx0" brushRef="#br0" timeOffset="4">11538 4702 208,'-149'9'-1,"142"-9"-17,-2-1 145,1 0 0,-1 1 0,1 0-1,-1 1 1,1 0 0,-1 0 0,1 1 0,0 0 0,-1 0 0,1 1 0,0 0 0,1 1-1,-1 0 1,1 0 0,-1 0 0,0 2-127,-179 160 3393,-26-6-1789,82-65 275,-104 100-1879,-66 101 971,126-121-601,-109 143-370,23-20-214,-147 120 214,350-351-2974,57-66 2859,0 0 0,1 0 0,-1 0 0,0 0 0,1 1 0,-1-1-1,1 0 1,-1 0 0,1 0 0,0 1 0,0-1 0,-1 0 0,1 0 0,0 1 0,0-1 0,0 0-1,0 1 1,0-1 0,1 0 0,-1 0 0,0 1 0,0-1 0,1 0 0,-1 0 0,1 0 0,-1 0-1,1 1 1,0-1 0,-1 0 0,1 0 0,0 0 0,0 0 0,0 0 0,0 0 0,0-1-1,0 1 1,0 0 0,0 0 0,0-1 0,0 1 0,0-1 0,0 1 0,0-1 0,1 1 0,-1-1-1,0 1 1,0-1 0,1 0 0,-1 0 0,0 0 0,0 0 0,1 0 0,-1 0 0,0 0 0,1 0 115,45-1-411,8-10 336</inkml:trace>
  <inkml:trace contextRef="#ctx0" brushRef="#br0" timeOffset="5">14784 2458 240,'-3'0'272,"0"0"1,0 1-1,0-1 0,0 1 1,1 0-1,-1 0 0,0 0 1,1 0-1,-1 0 1,1 1-1,-1-1 0,1 1 1,-1 0-1,1 0 0,0-1 1,0 1-1,0 1 0,0-1 1,0 0-1,1 0 0,-1 1 1,0-1-1,1 1 0,0-1 1,0 1-1,0 0 0,-1 2-272,1-3 47,-5 9 89,0-1-1,0 1 0,-2-1 0,1 0 1,-1-1-1,0 0 0,-1 0 1,0-1-1,-5 4-135,-22 17 227,2 1 0,2 2 1,1 2-1,1 1 0,-1 4-227,-192 301 2619,-229 238-1666,396-510-927,5-4-16,24-28-8,-2-1 1,-2-1 0,-1-2-1,-8 5-2,27-27-235,-25 22 82,19-7-3874,22-28-2999,9-1 6657,-9 3-233,38-11 21,23 0 466</inkml:trace>
  <inkml:trace contextRef="#ctx0" brushRef="#br0" timeOffset="6">17341 3271 296,'-17'7'175,"1"0"0,-1 1 0,1 1 0,1 1 0,0 1 0,0 0 0,1 0 0,0 1 0,1 1 0,1 1 0,0 0 0,1 0 0,0 1-1,1 0 1,-3 7-175,-14 16 549,-319 411 5847,228-290-5945,-100 101-451,97-123 80,-75 115-80,-367 512 221,301-379-135,130-184-176,-55 56 90,-15 5-3177,166-192-1465,65-79 2455,7-23 2076</inkml:trace>
  <inkml:trace contextRef="#ctx0" brushRef="#br0" timeOffset="7">18748 2992 336,'4'27'-12,"11"-33"297,36-27 5297,-18 1-5323,-1-1 0,-2-2 0,-2-1 0,-1-2 0,-2 0 0,-2-2 0,7-17-259,87-111 1625,-77 118-1512,76-94-15,7 5 0,28-17-98,190-195 167,-50 7-133,-117 196-428,-171 146 130,0-1 0,-1 1 0,1-1 1,0 0-1,-1 0 0,1 0 0,-1 0 1,0 0-1,0-1 0,0 1 0,0-1 1,-1 1-1,0-1 0,1 0 0,-1 1 1,-1-1-1,1 0 0,0 0 0,-1 0 0,0 1 1,0-1-1,0 0 0,0 0 0,-1 0 1,1 0-1,-1 0 0,0 1 0,0-1 1,-1 0-1,1 1 0,-1-1 0,-1-2 264,-2-5-308,-7-54-111,18 56 394</inkml:trace>
  <inkml:trace contextRef="#ctx0" brushRef="#br0" timeOffset="8">21589 4066 400,'-84'40'-7,"73"-34"345,2 1-1,-1 1 0,1 0 0,1 0 0,-1 1 1,1 0-1,1 0 0,0 1 0,0 0 0,1 0 0,0 0 1,-1 5-338,0-3 302,-1-1 1,0 0 0,0 0 0,-1 0 0,0-1 0,-1 0-1,0-1 1,-1 0 0,0-1 0,-9 5-303,-41 37 562,-208 248 1295,200-216-1539,-621 766 759,593-734-1045,5 4 0,6 4 0,0 10-32,-94 152 19,-121 211-159,223-344-1667,77-149 1657,1-1 0,-1 1 1,1 0-1,0 0 0,0-1 0,0 1 0,0 0 0,0 0 1,0-1-1,0 1 0,0 0 0,1 0 0,-1-1 1,1 1-1,-1 0 0,1-1 0,0 1 0,0 0 0,0-1 1,0 1-1,0-1 0,0 0 0,0 1 0,0-1 1,0 0-1,1 1 0,-1-1 0,0 0 0,1 0 0,-1 0 1,1 0-1,-1-1 0,1 1 0,0 0 0,-1-1 1,1 1-1,0-1 0,-1 1 0,1-1 0,0 0 0,0 0 1,0 0-1,-1 0 0,1 0 0,0 0 0,0 0 1,-1 0-1,1-1 0,0 1 0,0-1 0,-1 1 0,1-1 1,-1 0-1,1 0 0,0 0 0,-1 0 150,39-9-468</inkml:trace>
  <inkml:trace contextRef="#ctx0" brushRef="#br0" timeOffset="9">24604 1811 352,'9'32'0,"-32"-1"183,-41 153 7406,-55 46-4354,-127 179-3235,56-99 170,-52 155-65,232-442-116,1-3-195,-1 1 1,0-2-1,-2 1 0,0-1 1,-1-1-1,-11 11 206,0-11-3582,-15 26-2473,39-43 6050,1-1 0,0 1 0,-1 0 1,1 0-1,0-1 0,0 1 0,-1 0 0,1-1 0,0 1 0,0 0 0,0-1 0,0 0 0,0 1 0,0-1 1,0 1-1,0-1 0,0 0 0,0 0 0,0 0 0,0 1 0,0-1 0,0 0 0,0 0 0,0-1 0,0 1 0,0 0 1,0 0-1,0 0 0,0-1 0,0 1 0,0 0 0,0-1 0,0 1 0,0-1 0,0 1 0,0-1 0,-1 1 1,1-1-1,0 0 0,0 1 0,-1-1 0,1 0 0,0 0 0,-1 0 5,25-15-17,9-6-6</inkml:trace>
  <inkml:trace contextRef="#ctx0" brushRef="#br0" timeOffset="10">27425 3090 352,'-123'135'4639,"6"5"0,-47 79-4639,158-209 21,-290 460 762,-134 175-81,-100 250-365,437-732-357,7 3 0,-43 121 20,68-127-433,61-160 338,1-1 0,0 1 0,-1-1 0,1 1 1,0 0-1,0-1 0,-1 1 0,1 0 0,0 0 1,0 0-1,-1 0 0,1 0 0,0 0 0,0 0 0,-1 0 1,1 0-1,0 0 0,0 0 0,-1 0 0,1 0 1,0 0-1,0 1 0,-1-1 0,1 0 0,0 1 1,-1-1-1,1 0 0,0 1 0,-1-1 0,1 1 0,0-1 1,-1 1-1,1 0 0,-1-1 0,1 1 0,-1-1 1,0 1-1,1 0 0,-1-1 0,1 1 0,-1 0 1,0 0-1,0-1 0,1 1 0,-1 0 0,0 0 0,0-1 1,0 1-1,0 0 0,0 0 0,0-1 0,0 1 1,0 0-1,0 0 0,0-1 0,-1 1 0,1 0 0,0 0 1,0-1-1,-1 1 0,1 0 0,-1-1 0,1 1 95,41-11-2359,11-4 404</inkml:trace>
  <inkml:trace contextRef="#ctx0" brushRef="#br0" timeOffset="11">31394 2241 384,'11'23'807,"-9"-21"-665,-1 0 0,1 1 1,-1-1-1,1 1 0,-1-1 1,0 1-1,0-1 0,0 1 0,-1 0 1,1-1-1,-1 1 0,1 0 1,-1 0-1,0-1 0,0 1 0,0 0 1,0 0-1,-1 0 0,1-1 1,-1 1-1,0 0 0,0-1 0,0 1 1,0 0-1,0-1 0,0 1 1,-1-1-1,1 0 0,-1 2-142,-7 10 102,-1 0 0,0 0 1,-1 0-1,0-2 0,-1 1 0,0-1 0,-11 7-102,-28 29 43,-47 62 481,6 3 0,4 5 0,6 3 0,5 4 0,-1 14-524,-247 454 1790,266-469-1622,-13 27-1,-80 124-167,27-60-10,114-184-541,34-4-3843,46 13-448,-35-34 4531</inkml:trace>
  <inkml:trace contextRef="#ctx0" brushRef="#br0" timeOffset="12">34222 3956 448,'-3'-2'53,"0"0"-1,-1 0 1,1 1-1,0 0 1,-1 0-1,1 0 1,-1 0 0,1 0-1,-1 1 1,1-1-1,-1 1 1,1 0-1,-1 0 1,1 0-1,-1 1 1,1-1 0,-1 1-1,1 0 1,-1 0-1,1 0 1,0 0-1,-3 2-52,-3 3 394,0 0-1,1 1 1,0 0-1,0 1 0,1 0 1,0 0-1,1 1 1,-1-1-1,1 1 0,1 1 1,0-1-1,0 1 1,1 0-1,-2 8-393,-14 24 582,-252 424 493,-216 349-947,-93 222-364,258-409-3851,225-439 2238,4 10 124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14:54:29.552"/>
    </inkml:context>
    <inkml:brush xml:id="br0">
      <inkml:brushProperty name="width" value="0.35" units="cm"/>
      <inkml:brushProperty name="height" value="0.35" units="cm"/>
      <inkml:brushProperty name="color" value="#008C3A"/>
    </inkml:brush>
  </inkml:definitions>
  <inkml:trace contextRef="#ctx0" brushRef="#br0">65 3649 5161,'-65'53'4548,"65"-52"-4516,0 0 1,0 0-1,0 0 1,1 1-1,-1-1 1,0 0-1,0 0 1,1 0-1,-1 0 1,1 0-1,-1 0 1,1 1-1,-1-1 0,1 0 1,0 0-1,-1-1 1,1 1-1,0 0 1,0 0-1,0 0 1,0 0-1,0-1 1,0 1-1,0 0 1,0-1-1,0 1 1,0-1-1,0 1 1,0-1-1,0 1 1,0-1-1,1 0 1,-1 0-1,0 0 1,0 1-1,0-1 1,1 0-1,-1 0 1,0-1-1,0 1 1,0 0-1,0 0 0,1-1 1,-1 1-1,0 0 1,0-1-1,0 1 1,0-1-1,0 0 1,0 1-1,1-2-32,4 2 64,209-22 133,-63 4-130,0-6 0,-2-7 0,-2-6-1,115-46-66,2-3 152,3 11-1,245-33-151,-131 31 94,224-81-94,-188 45 31,458-100 25,1048-313-48,-929 243-14,-370 76-10,202-61 33,-719 234-8,2 5 1,0 4-1,2 5 0,1 5 1,71 1-10,-178 14 0,1 0 2,0-1-1,0 1 1,0 0 0,-1 0-1,1 0 1,0 1-1,0 0 1,0 1-1,-1 0 1,1 0-1,-1 0 1,1 0-1,-1 1 1,0 1-1,0-1 1,0 1-1,0-1 1,0 2-2,-5-2-4,0-1-1,0 1 1,-1-1 0,1 1 0,-1-1 0,0 1 0,0 0 0,0-1 0,0 1 0,0-1 0,0 1 0,0-1-1,-1 1 1,0-1 0,1 1 0,-1-1 0,0 1 0,0-1 0,0 0 0,-1 1 0,1-1 0,0 0 0,-1 0-1,0 0 1,1 0 0,-1 0 4,-2 5-5,-160 280 25,83-133 7,-81 183 27,-20 126 7,-16 39-43,168-388-17,31-112 3,0 0 0,1-1 1,0 0-1,-1 1 0,1-1 0,0 0 1,-1 0-1,1 0 0,0 0 0,0 0 1,0 0-1,0-1 0,0 1 0,0 0 0,0-1 1,0 0-1,0 1 0,0-1 0,0 0 1,1 0-1,-1 0 0,0-1 0,0 1 1,0 0-1,0-1 0,0 1 0,0-1 0,0 0-4,6 1 9,461-7 87,264-51-38,-285 29-47,-2-19 0,182-54-11,692-151 9,285-20-1,58-56 13,-1031 208-59,474-162 38,-227 14 6,395-102-4,-807 282 6,-357 72-8,0 10 14,-108 9-16,0 0-1,0 0 1,-1 0-1,1 0 0,0 0 1,-1 0-1,1 1 1,-1-1-1,0 1 1,0-1-1,0 1 0,0-1 1,0 1-1,-1-1 1,1 1-1,-1 0 0,0 0 1,1-1-1,-1 1 1,0 0-1,-1-1 1,1 1-1,0 0 0,-1 0 1,0-1-1,1 1 1,-1-1-1,0 1 0,0-1 1,-1 1-1,1-1 1,0 0-1,-1 1 3,-137 250-32,-41 270 103,34-128-51,-49 153 8,138-343-78,77-208-42,46-19 108,1 3 0,0 3 0,65-7-16,54-12 22,412-67 0,645-184-20,-483 95-10,-3-35 8,888-236-7,-322 71 14,-465 174 1,138-22-16,-986 237 8,23-6-1,401-104-6,-426 109 8,0 0 0,0 0 1,0 1-1,0 0 0,1 0 1,-1 1-1,1 0 0,-1 0 1,1 1-1,-1 1 0,1-1 1,-1 1-1,8 2-1,-12 1-1,-2 0 0,1 0 0,0 0 0,-1 1 0,0-1 1,0 0-1,0 1 0,0 0 0,-1-1 0,0 1 0,0 0 0,0 0 0,0 0 0,-1 0 0,0 0 0,0 0 0,0-1 0,-1 1 1,0 0-1,0 0 0,0 0 0,0 0 0,-1-1 0,1 1 0,-2 0 1,1 4-1,-2 13 0,-37 196 33,-2 93-32,-12 411-8,3-223 9,45-420 1,2 0 0,4 1 0,6 28-2,-2-14-1,-3-82 0,-1-9-1,0 0-1,1 0 0,-1 0 1,1-1-1,-1 1 1,1 0-1,0 0 0,0 0 1,1 0-1,-1 0 0,1 0 1,-1 0-1,1-1 0,0 1 1,0 0-1,0 0 1,0-1-1,1 1 0,-1-1 1,1 1-1,-1-1 0,1 0 1,0 1-1,0-1 0,0 0 1,0 0-1,0 0 1,1-1-1,-1 1 0,0 0 1,1-1-1,0 0 0,-1 1 1,1-1-1,1 0 3,122-31-56,288-114 23,99-71 6,529-150 12,-392 137 17,-59 16-3,236-92-14,538-312-25,-1003 445 48,-93 48 3,6 12 0,45-1-11,-211 78 4,545-153-16,-598 172-140,-1-2 0,0-3-1,-2-3 1,7-4 152,151-62-10920,-181 74 10360</inkml:trace>
  <inkml:trace contextRef="#ctx0" brushRef="#br0" timeOffset="1">189 5842 112,'-23'23'-4,"12"-14"3,1 1-1,0 0 1,1 0-1,0 1 1,1 0-1,0 1 1,1-1-1,-4 11 2,1 2 735,8-16 1105,7-16-370,42-25 437,120-48 304,-65 18-2065,2 4 0,3 5-1,2 5 1,2 4 0,2 5 0,1 5-1,8 4-145,48-19 29,-1-7 0,102-53-29,501-217 25,-476 219 17,136-25-42,-59 20 15,-131 28 0,203-102-15,-195 80 16,5 11 0,138-28-16,-180 56 1,-2-9-1,52-35 0,497-191 15,-492 192-7,-55 40 15,-148 63-22,-50 3 206,-7 14 337,-24 115 645,16-28-1029,-5 1 0,-14 80-160,-4 58 259,18-150-184,3 1 0,4 0 1,8 39-76,13 185 64,8-47 32,11-80-56,-37-167-40,-5-13 6,0 0-1,1-1 1,0 1 0,-1 0-1,1 0 1,0-1-1,1 1 1,-1-1-1,0 1 1,1-1-1,-1 0 1,1 1 0,0-1-1,0 0 1,0 0-1,0 0 1,0 0-1,0-1 1,0 1-1,1-1 1,-1 1 0,1-1-1,-1 0 1,1 1-1,-1-1 1,1-1-1,1 1-5,12 2 11,1-1 1,0 0-1,0-1 0,0-1 0,0-1 0,-1-1 0,1 0 0,0-1 0,-1 0 0,10-5-11,23-2 27,417-45 109,73-18-88,931-139 16,-1319 196-58,294-29 3,-2-19 0,326-95-9,580-185 0,-8 12 8,-1260 311-8,542-144 16,99-6-7,69 22 6,82-33-17,-270 63 12,-463 80-6,2 7 1,1 6 0,1 7-1,103 0-4,-245 20 3,-1-1 0,0 1 0,0 0 0,0 0 0,0 0 0,0 0 0,0 0-1,0 0 1,-1 0 0,1 0 0,0 0 0,0 0 0,-1 1 0,1-1 0,-1 0 0,1 0-1,-1 1 1,0-1 0,1 0 0,-1 1 0,0-1 0,0 1 0,0-1 0,0 0-1,0 1 1,0-1 0,0 0 0,0 1 0,-1-1 0,1 0 0,-1 1 0,1-1-1,-1 0 1,1 0 0,-1 1-3,0 4 9,-43 136 111,-219 579 96,243-670-209,1 1 0,3 1 0,2 0 0,3 1 0,2 1 0,2-1 0,2 27-7,4-34-1,-2-5-1,3-1 1,2 1-1,1 0 0,7 32 2,-8-69-3,0 1 1,0-1-1,1 1 0,0-1 0,0 0 0,0 0 1,0 0-1,1 0 0,-1-1 0,1 1 1,1-1-1,-1 0 0,0 0 0,1-1 0,0 1 1,0-1-1,0 0 0,0 0 0,1-1 0,-1 1 1,1-1-1,-1 0 0,1-1 0,0 1 0,0-1 1,0-1-1,-1 1 0,1-1 0,0 0 0,0 0 1,0 0-1,2-2 3,25 2-8,-1-1 0,0-2 0,1-1 0,-1-2 0,-1-1 0,0-2 0,0-1 0,16-8 8,41-11 5,1 4 1,1 4-1,43-3-5,119-28 8,137-47-7,456-17 22,-804 111-23,617-97 0,-306 42 0,91-6-1,55-7-6,379-111 7,-172-15 0,54 24 6,-411 103-4,353-83-9,-145 24 22,-414 100 0,3 7 1,38 2-16,60-28-7,-238 50 12,0 0-1,-1 0 1,1 0 0,-1 1 0,1 0 0,-1 0-1,1 0 1,-1 0 0,1 1 0,-1 0 0,0 0-1,0 0 1,0 0 0,0 1 0,0-1 0,-1 1-1,1 0 1,-1 0 0,1 0 0,-1 1 0,0-1-1,-1 1 1,1 0 0,-1 0 0,1 0 0,-1 0-1,0 0 1,0 0 0,-1 1 0,1-1-1,-1 0 1,0 3-5,5 16 5,-1 0 1,-2 1-1,0-1 0,-1 1 0,-2 0 0,0-1 1,-1 1-1,-2 0 0,0-1 0,-5 12-5,-6 88 50,4 227 382,24 161-432,-9-409 52,5 0 0,4 0 1,4-1-1,9 16-52,-22-102-2,1 1 1,0-1-1,1 0 1,1 0-1,0-1 0,1 0 1,0-1-1,1 0 1,1 0-1,8 7 2,4 9-3,-20-25 0,-1 0 0,1 0-1,0 0 1,0-1 0,0 1-1,0-1 1,0 0 0,1 0 0,0 0-1,0-1 1,0 1 0,0-1-1,0 0 1,0 0 0,0 0 0,1 0-1,1 0 4,177 6-46,-116-10 40,-29 0 0,1-2 1,0-2-1,-1-2 0,24-8 6,19-4-10,672-122-93,169-30 102,306-77 16,-522 97-14,298-37 8,822-184 13,-1332 255-21,423-52 14,-333 89-31,287-41-1235,-862 120 1203,57-8-3169,1-3 1,-2-3 0,16-8 3216,-40 9-2374</inkml:trace>
  <inkml:trace contextRef="#ctx0" brushRef="#br0" timeOffset="2">5306 4048 160,'-11'-3'9,"-1"1"-1,1-1 1,-1 2 0,0 0-1,0 0 1,0 1 0,1 0-1,-1 1 1,0 1 0,0 0-1,1 0 1,-11 4-9,11-2 270,0-1 0,0 1 1,1 1-1,-1 0 0,1 0 0,0 1 0,1 1 1,-1-1-1,1 1 0,0 1 0,1 0 0,0 0 1,0 1-1,1 0 0,-5 8-270,-24 29 294,-2-1 0,-2-1 0,-2-3 0,-2-1 0,-45 30-294,62-47 154,-350 250 957,112-65-380,184-146-600,3 2 0,2 4 1,4 4-1,3 2 0,-23 36-131,42-42 12,-2-2 0,-3-2-1,-3-3 1,-3-2 0,-52 38-12,68-64 0,-101 73-206,-112 107 206,253-208-10,3-5-111,1 1-1,0 0 0,-1 0 1,1 0-1,0 0 1,-1 0-1,1 0 1,0 0-1,0 0 0,0 0 1,0 1-1,0-1 1,0 0-1,0 1 0,0-1 1,1 1-1,-1-1 1,0 1-1,1-1 0,-1 1 1,1-1-1,0 1 1,-1 0-1,1-1 1,0 1-1,0 0 0,0-1 1,0 1-1,1-1 1,-1 1-1,0 0 0,1-1 1,-1 1-1,1-1 1,-1 1-1,1-1 0,0 1 122,4 2-213,0 0 0,0-1 0,1 0-1,0 0 1,-1 0 0,1-1-1,0 0 1,0 0 0,1 0 0,-1-1-1,0 1 1,0-2 0,1 1-1,-1-1 1,1 0 0,2 0 213,94-12-42,-52-7 33</inkml:trace>
  <inkml:trace contextRef="#ctx0" brushRef="#br0" timeOffset="3">9280 1314 160,'-11'10'222,"1"0"0,-1-1 0,0-1 0,-1 1 0,0-2 0,-1 0 0,1 0 0,-7 1-222,-36 16 762,1 2 0,1 2 0,1 3 0,-7 8-762,-323 249 26,-5 57 32,312-280 249,-3-3 0,-2-4 0,-12 2-307,34-21 267,6-2-57,2 1-1,2 3 1,2 2 0,-14 19-210,-203 238 952,61-129-464,193-166-504,1 0-1,-1 1 0,1-1 1,1 1-1,-1 1 1,1 0-1,0 0 1,0 0-1,1 1 1,0 0-1,0 0 0,1 1 1,0-1-1,1 1 1,0 0-1,0 0 1,1 1-1,0-1 0,-1 8 17,36-12-5238,-7-8 3606,3 0 770</inkml:trace>
  <inkml:trace contextRef="#ctx0" brushRef="#br0" timeOffset="4">11538 4702 208,'-149'9'-1,"142"-9"-17,-2-1 145,1 0 0,-1 1 0,1 0-1,-1 1 1,1 0 0,-1 0 0,1 1 0,0 0 0,-1 0 0,1 1 0,0 0 0,1 1-1,-1 0 1,1 0 0,-1 0 0,0 2-127,-179 160 3393,-26-6-1789,82-65 275,-104 100-1879,-66 101 971,126-121-601,-109 143-370,23-20-214,-147 120 214,350-351-2974,57-66 2859,0 0 0,1 0 0,-1 0 0,0 0 0,1 1 0,-1-1-1,1 0 1,-1 0 0,1 0 0,0 1 0,0-1 0,-1 0 0,1 0 0,0 1 0,0-1 0,0 0-1,0 1 1,0-1 0,1 0 0,-1 0 0,0 1 0,0-1 0,1 0 0,-1 0 0,1 0 0,-1 0-1,1 1 1,0-1 0,-1 0 0,1 0 0,0 0 0,0 0 0,0 0 0,0 0 0,0-1-1,0 1 1,0 0 0,0 0 0,0-1 0,0 1 0,0-1 0,0 1 0,0-1 0,1 1 0,-1-1-1,0 1 1,0-1 0,1 0 0,-1 0 0,0 0 0,0 0 0,1 0 0,-1 0 0,0 0 0,1 0 115,45-1-411,8-10 336</inkml:trace>
  <inkml:trace contextRef="#ctx0" brushRef="#br0" timeOffset="5">14784 2458 240,'-3'0'272,"0"0"1,0 1-1,0-1 0,0 1 1,1 0-1,-1 0 0,0 0 1,1 0-1,-1 0 1,1 1-1,-1-1 0,1 1 1,-1 0-1,1 0 0,0-1 1,0 1-1,0 1 0,0-1 1,0 0-1,1 0 0,-1 1 1,0-1-1,1 1 0,0-1 1,0 1-1,0 0 0,-1 2-272,1-3 47,-5 9 89,0-1-1,0 1 0,-2-1 0,1 0 1,-1-1-1,0 0 0,-1 0 1,0-1-1,-5 4-135,-22 17 227,2 1 0,2 2 1,1 2-1,1 1 0,-1 4-227,-192 301 2619,-229 238-1666,396-510-927,5-4-16,24-28-8,-2-1 1,-2-1 0,-1-2-1,-8 5-2,27-27-235,-25 22 82,19-7-3874,22-28-2999,9-1 6657,-9 3-233,38-11 21,23 0 466</inkml:trace>
  <inkml:trace contextRef="#ctx0" brushRef="#br0" timeOffset="6">17341 3271 296,'-17'7'175,"1"0"0,-1 1 0,1 1 0,1 1 0,0 1 0,0 0 0,1 0 0,0 1 0,1 1 0,1 1 0,0 0 0,1 0 0,0 1-1,1 0 1,-3 7-175,-14 16 549,-319 411 5847,228-290-5945,-100 101-451,97-123 80,-75 115-80,-367 512 221,301-379-135,130-184-176,-55 56 90,-15 5-3177,166-192-1465,65-79 2455,7-23 2076</inkml:trace>
  <inkml:trace contextRef="#ctx0" brushRef="#br0" timeOffset="7">18748 2992 336,'4'27'-12,"11"-33"297,36-27 5297,-18 1-5323,-1-1 0,-2-2 0,-2-1 0,-1-2 0,-2 0 0,-2-2 0,7-17-259,87-111 1625,-77 118-1512,76-94-15,7 5 0,28-17-98,190-195 167,-50 7-133,-117 196-428,-171 146 130,0-1 0,-1 1 0,1-1 1,0 0-1,-1 0 0,1 0 0,-1 0 1,0 0-1,0-1 0,0 1 0,0-1 1,-1 1-1,0-1 0,1 0 0,-1 1 1,-1-1-1,1 0 0,0 0 0,-1 0 0,0 1 1,0-1-1,0 0 0,0 0 0,-1 0 1,1 0-1,-1 0 0,0 1 0,0-1 1,-1 0-1,1 1 0,-1-1 0,-1-2 264,-2-5-308,-7-54-111,18 56 394</inkml:trace>
  <inkml:trace contextRef="#ctx0" brushRef="#br0" timeOffset="8">21589 4066 400,'-84'40'-7,"73"-34"345,2 1-1,-1 1 0,1 0 0,1 0 0,-1 1 1,1 0-1,1 0 0,0 1 0,0 0 0,1 0 0,0 0 1,-1 5-338,0-3 302,-1-1 1,0 0 0,0 0 0,-1 0 0,0-1 0,-1 0-1,0-1 1,-1 0 0,0-1 0,-9 5-303,-41 37 562,-208 248 1295,200-216-1539,-621 766 759,593-734-1045,5 4 0,6 4 0,0 10-32,-94 152 19,-121 211-159,223-344-1667,77-149 1657,1-1 0,-1 1 1,1 0-1,0 0 0,0-1 0,0 1 0,0 0 0,0 0 1,0-1-1,0 1 0,0 0 0,1 0 0,-1-1 1,1 1-1,-1 0 0,1-1 0,0 1 0,0 0 0,0-1 1,0 1-1,0-1 0,0 0 0,0 1 0,0-1 1,0 0-1,1 1 0,-1-1 0,0 0 0,1 0 0,-1 0 1,1 0-1,-1-1 0,1 1 0,0 0 0,-1-1 1,1 1-1,0-1 0,-1 1 0,1-1 0,0 0 0,0 0 1,0 0-1,-1 0 0,1 0 0,0 0 0,0 0 1,-1 0-1,1-1 0,0 1 0,0-1 0,-1 1 0,1-1 1,-1 0-1,1 0 0,0 0 0,-1 0 150,39-9-468</inkml:trace>
  <inkml:trace contextRef="#ctx0" brushRef="#br0" timeOffset="9">24604 1811 352,'9'32'0,"-32"-1"183,-41 153 7406,-55 46-4354,-127 179-3235,56-99 170,-52 155-65,232-442-116,1-3-195,-1 1 1,0-2-1,-2 1 0,0-1 1,-1-1-1,-11 11 206,0-11-3582,-15 26-2473,39-43 6050,1-1 0,0 1 0,-1 0 1,1 0-1,0-1 0,0 1 0,-1 0 0,1-1 0,0 1 0,0 0 0,0-1 0,0 0 0,0 1 0,0-1 1,0 1-1,0-1 0,0 0 0,0 0 0,0 0 0,0 1 0,0-1 0,0 0 0,0 0 0,0-1 0,0 1 0,0 0 1,0 0-1,0 0 0,0-1 0,0 1 0,0 0 0,0-1 0,0 1 0,0-1 0,0 1 0,0-1 0,-1 1 1,1-1-1,0 0 0,0 1 0,-1-1 0,1 0 0,0 0 0,-1 0 5,25-15-17,9-6-6</inkml:trace>
  <inkml:trace contextRef="#ctx0" brushRef="#br0" timeOffset="10">27425 3090 352,'-123'135'4639,"6"5"0,-47 79-4639,158-209 21,-290 460 762,-134 175-81,-100 250-365,437-732-357,7 3 0,-43 121 20,68-127-433,61-160 338,1-1 0,0 1 0,-1-1 0,1 1 1,0 0-1,0-1 0,-1 1 0,1 0 0,0 0 1,0 0-1,-1 0 0,1 0 0,0 0 0,0 0 0,-1 0 1,1 0-1,0 0 0,0 0 0,-1 0 0,1 0 1,0 0-1,0 1 0,-1-1 0,1 0 0,0 1 1,-1-1-1,1 0 0,0 1 0,-1-1 0,1 1 0,0-1 1,-1 1-1,1 0 0,-1-1 0,1 1 0,-1-1 1,0 1-1,1 0 0,-1-1 0,1 1 0,-1 0 1,0 0-1,0-1 0,1 1 0,-1 0 0,0 0 0,0-1 1,0 1-1,0 0 0,0 0 0,0-1 0,0 1 1,0 0-1,0 0 0,0-1 0,-1 1 0,1 0 0,0 0 1,0-1-1,-1 1 0,1 0 0,-1-1 0,1 1 95,41-11-2359,11-4 404</inkml:trace>
  <inkml:trace contextRef="#ctx0" brushRef="#br0" timeOffset="11">31394 2241 384,'11'23'807,"-9"-21"-665,-1 0 0,1 1 1,-1-1-1,1 1 0,-1-1 1,0 1-1,0-1 0,0 1 0,-1 0 1,1-1-1,-1 1 0,1 0 1,-1 0-1,0-1 0,0 1 0,0 0 1,0 0-1,-1 0 0,1-1 1,-1 1-1,0 0 0,0-1 0,0 1 1,0 0-1,0-1 0,0 1 1,-1-1-1,1 0 0,-1 2-142,-7 10 102,-1 0 0,0 0 1,-1 0-1,0-2 0,-1 1 0,0-1 0,-11 7-102,-28 29 43,-47 62 481,6 3 0,4 5 0,6 3 0,5 4 0,-1 14-524,-247 454 1790,266-469-1622,-13 27-1,-80 124-167,27-60-10,114-184-541,34-4-3843,46 13-448,-35-34 4531</inkml:trace>
  <inkml:trace contextRef="#ctx0" brushRef="#br0" timeOffset="12">34222 3956 448,'-3'-2'53,"0"0"-1,-1 0 1,1 1-1,0 0 1,-1 0-1,1 0 1,-1 0 0,1 0-1,-1 1 1,1-1-1,-1 1 1,1 0-1,-1 0 1,1 0-1,-1 1 1,1-1 0,-1 1-1,1 0 1,-1 0-1,1 0 1,0 0-1,-3 2-52,-3 3 394,0 0-1,1 1 1,0 0-1,0 1 0,1 0 1,0 0-1,1 1 1,-1-1-1,1 1 0,1 1 1,0-1-1,0 1 1,1 0-1,-2 8-393,-14 24 582,-252 424 493,-216 349-947,-93 222-364,258-409-3851,225-439 2238,4 10 124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90059-5C22-4041-81D1-CBE0B42279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382CCD-4723-4669-9956-3C70D9574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885A1-93E1-4210-8F11-982BCC0F1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3A6CF-522B-4598-B908-FD6ED4E1869B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00FEF-A8CC-43C6-840E-B7CABBE5D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39A91-762E-470B-BF9E-C5439665E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D6F-B9D2-40E9-B2CD-09DCFED5C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36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9C6A3-05AD-4DB6-B864-1EE81B68F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81ABD-22B4-4AE5-A571-73BA5CD96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AB5B-C08F-4AD9-9144-D7DC2D12C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3A6CF-522B-4598-B908-FD6ED4E1869B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D2069-E918-4DBD-92A4-EBA525E69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13333-8BE4-4B62-85CF-3927575A6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D6F-B9D2-40E9-B2CD-09DCFED5C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897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6FEF7-4D35-4471-99BF-C1B6ADA06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DDA85-4100-447B-8501-2D1B1C1F4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EA609-8D27-4A1D-80CD-D3035F5BE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3A6CF-522B-4598-B908-FD6ED4E1869B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4E3E7-06F0-40F8-BD64-27B017088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0F292-8DA8-4BD2-83A1-C713FDA31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D6F-B9D2-40E9-B2CD-09DCFED5C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686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0D054-C213-4EE5-B568-AD2248298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409DB-94FD-4260-86D0-B947F840AB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8204EF-A97A-49CF-8350-1047B445B0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7B9D70-262A-4442-996F-51AAFF2FF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3A6CF-522B-4598-B908-FD6ED4E1869B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FCF9BC-2B3B-49D2-88B1-F368B0913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EEB6F-1ED9-4D52-A944-705FF44B1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D6F-B9D2-40E9-B2CD-09DCFED5C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889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C437-3ED9-4D4B-8D3B-F86D15221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9F071-38F2-419B-AB65-09E2A472D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50B8F0-1C9B-4AF4-BE38-8AD811F95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2886F6-19C7-4AE8-8F03-258347B016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5A672B-05BB-4726-AC23-B635A97C7F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C90AB5-297C-40A8-A051-08818AE4F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3A6CF-522B-4598-B908-FD6ED4E1869B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25252B-60BC-4B8E-BEA0-FA4A53BFD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AC1D4E-0325-43A8-85AD-16545C7A6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D6F-B9D2-40E9-B2CD-09DCFED5C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079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67E27-5473-41EC-BFCA-87C720AA0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A0DB13-FC31-44A5-9080-59E288EB8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3A6CF-522B-4598-B908-FD6ED4E1869B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284B26-8C00-4F2A-BF49-A450D6AD3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65438B-F2AF-4DD9-8997-68D24646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D6F-B9D2-40E9-B2CD-09DCFED5C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4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8E869-2548-4FCB-9D6F-745AFAD30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3A6CF-522B-4598-B908-FD6ED4E1869B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5203AB-6115-4063-8AAE-A76EACE02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61457-9F89-4F21-9665-9610A110A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D6F-B9D2-40E9-B2CD-09DCFED5C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79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E10B4-62B2-4FFD-9421-136DF0983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FBD65-3AF5-40E2-90C8-B48A88328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79AFBD-DC76-47E3-A60B-A2473742E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E9451-2E6E-4742-8AE1-9923BF040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3A6CF-522B-4598-B908-FD6ED4E1869B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A4577-A0E4-47CE-8930-CA84C76E0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7B233-9CA4-422E-B073-EC2D8EECA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D6F-B9D2-40E9-B2CD-09DCFED5C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79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5E668-F3D2-4928-B7E6-A75160C77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0BF70A-AC91-48DE-8360-003D340F2A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59819A-D2AB-4701-9D1B-3FA5A1BA05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273DCC-F156-42DC-BD19-F46800B16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3A6CF-522B-4598-B908-FD6ED4E1869B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5026E-3C04-4F4E-942C-2ABD0E142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6CCDE8-5AAB-44B3-8027-8F53595CF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D6F-B9D2-40E9-B2CD-09DCFED5C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368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D2C5A-CED2-41B8-9D57-29C76E29F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7AB10E-42AE-41B8-8905-9DC5CF3E53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1054A-E8FC-4165-9155-6D75B3FE4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3A6CF-522B-4598-B908-FD6ED4E1869B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9179B-FC92-42D0-B465-3A172EA0C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E0960-BEB8-4114-9A5B-7C592E5D3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D6F-B9D2-40E9-B2CD-09DCFED5C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32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EF040A-9D5C-4167-95C2-14ADA006EA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11A440-43D6-42C2-B24F-73AF40A31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35261-CDDF-4B08-B73E-D5E531108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3A6CF-522B-4598-B908-FD6ED4E1869B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F44C4-6399-49F5-A14C-12EE005EC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89949-2C6A-4F21-96D8-06F1ABC61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9AD6F-B9D2-40E9-B2CD-09DCFED5C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4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8DFA01-BBBA-494C-AA34-143E40B9A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BF56F-7E3A-40DC-91F7-B37C4F7DD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C899D-CA5F-49E9-BBC6-48A0025F3C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F3A6CF-522B-4598-B908-FD6ED4E1869B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F149A-350D-4682-8A99-9469ED35C1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E5BC0-2A6D-4A88-9F56-E3DD83F6B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09AD6F-B9D2-40E9-B2CD-09DCFED5C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48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BF5D322-19D2-4475-BD10-6EBF31ABF2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99760" y="1493520"/>
            <a:ext cx="4968240" cy="3764280"/>
          </a:xfrm>
        </p:spPr>
        <p:txBody>
          <a:bodyPr>
            <a:normAutofit/>
          </a:bodyPr>
          <a:lstStyle/>
          <a:p>
            <a:r>
              <a:rPr lang="en-US" sz="3600" i="1" dirty="0">
                <a:solidFill>
                  <a:schemeClr val="bg1"/>
                </a:solidFill>
              </a:rPr>
              <a:t>~ </a:t>
            </a:r>
            <a:r>
              <a:rPr lang="ka-GE" sz="3600" i="1" dirty="0">
                <a:solidFill>
                  <a:schemeClr val="bg1"/>
                </a:solidFill>
              </a:rPr>
              <a:t>პრეზენტაცია </a:t>
            </a:r>
            <a:r>
              <a:rPr lang="en-US" sz="3600" i="1" dirty="0">
                <a:solidFill>
                  <a:schemeClr val="bg1"/>
                </a:solidFill>
              </a:rPr>
              <a:t>~</a:t>
            </a:r>
          </a:p>
          <a:p>
            <a:endParaRPr lang="en-US" sz="3600" i="1" dirty="0">
              <a:solidFill>
                <a:schemeClr val="bg1"/>
              </a:solidFill>
            </a:endParaRPr>
          </a:p>
          <a:p>
            <a:r>
              <a:rPr lang="ka-GE" i="1" dirty="0">
                <a:solidFill>
                  <a:schemeClr val="bg1"/>
                </a:solidFill>
              </a:rPr>
              <a:t>ანდრია სანაკოევი</a:t>
            </a:r>
          </a:p>
          <a:p>
            <a:r>
              <a:rPr lang="ka-GE" i="1" dirty="0">
                <a:solidFill>
                  <a:schemeClr val="bg1"/>
                </a:solidFill>
              </a:rPr>
              <a:t>ირაკლი ჭაია</a:t>
            </a:r>
            <a:endParaRPr lang="en-US" i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D6AA53-E2F4-4F70-B463-36AA51F13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740" y="1089660"/>
            <a:ext cx="4168140" cy="41681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6DD580-1982-4EB4-8031-868D97C630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2690" y="4338637"/>
            <a:ext cx="1920240" cy="919163"/>
          </a:xfrm>
        </p:spPr>
        <p:txBody>
          <a:bodyPr>
            <a:normAutofit fontScale="90000"/>
          </a:bodyPr>
          <a:lstStyle/>
          <a:p>
            <a:r>
              <a:rPr lang="en-US" i="1" dirty="0" err="1">
                <a:solidFill>
                  <a:schemeClr val="bg1"/>
                </a:solidFill>
                <a:latin typeface="AGogeb" pitchFamily="2" charset="0"/>
              </a:rPr>
              <a:t>banki</a:t>
            </a:r>
            <a:endParaRPr lang="en-US" i="1" dirty="0">
              <a:solidFill>
                <a:schemeClr val="bg1"/>
              </a:solidFill>
              <a:latin typeface="AGogeb" pitchFamily="2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7B64944-9898-44E3-BF07-A7CE0307133E}"/>
                  </a:ext>
                </a:extLst>
              </p14:cNvPr>
              <p14:cNvContentPartPr/>
              <p14:nvPr/>
            </p14:nvContentPartPr>
            <p14:xfrm>
              <a:off x="7608672" y="4217720"/>
              <a:ext cx="97200" cy="1170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7B64944-9898-44E3-BF07-A7CE030713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45672" y="4154720"/>
                <a:ext cx="22284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E42EA7B-1582-4F99-865D-BECAC918A4BA}"/>
                  </a:ext>
                </a:extLst>
              </p14:cNvPr>
              <p14:cNvContentPartPr/>
              <p14:nvPr/>
            </p14:nvContentPartPr>
            <p14:xfrm>
              <a:off x="8570232" y="4188560"/>
              <a:ext cx="107280" cy="1249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E42EA7B-1582-4F99-865D-BECAC918A4B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507232" y="4125920"/>
                <a:ext cx="23292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B8CC4D5-3D16-44B4-A9E6-DD7A585C6CA3}"/>
                  </a:ext>
                </a:extLst>
              </p14:cNvPr>
              <p14:cNvContentPartPr/>
              <p14:nvPr/>
            </p14:nvContentPartPr>
            <p14:xfrm>
              <a:off x="7849872" y="4580960"/>
              <a:ext cx="588600" cy="3517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B8CC4D5-3D16-44B4-A9E6-DD7A585C6CA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87232" y="4518320"/>
                <a:ext cx="714240" cy="47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1706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F5ADBF-E855-4A7C-8C47-1176199EA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4801"/>
            <a:ext cx="9144000" cy="12954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AGogeb" pitchFamily="2" charset="0"/>
              </a:rPr>
              <a:t>vin </a:t>
            </a:r>
            <a:r>
              <a:rPr lang="en-US" dirty="0" err="1">
                <a:solidFill>
                  <a:schemeClr val="bg1"/>
                </a:solidFill>
                <a:latin typeface="AGogeb" pitchFamily="2" charset="0"/>
              </a:rPr>
              <a:t>imuSava</a:t>
            </a:r>
            <a:r>
              <a:rPr lang="en-US" dirty="0">
                <a:solidFill>
                  <a:schemeClr val="bg1"/>
                </a:solidFill>
                <a:latin typeface="AGogeb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Gogeb" pitchFamily="2" charset="0"/>
              </a:rPr>
              <a:t>proeqtSi</a:t>
            </a:r>
            <a:r>
              <a:rPr lang="en-US" dirty="0">
                <a:solidFill>
                  <a:schemeClr val="bg1"/>
                </a:solidFill>
                <a:latin typeface="AGogeb" pitchFamily="2" charset="0"/>
              </a:rPr>
              <a:t>?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3364326-6BE3-4440-9660-D8DC593917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29840"/>
            <a:ext cx="9144000" cy="2727960"/>
          </a:xfrm>
        </p:spPr>
        <p:txBody>
          <a:bodyPr/>
          <a:lstStyle/>
          <a:p>
            <a:r>
              <a:rPr lang="ka-GE" dirty="0">
                <a:solidFill>
                  <a:schemeClr val="bg1"/>
                </a:solidFill>
              </a:rPr>
              <a:t>ანდრია სანაკოევი (პროგრამისტი, იდეების შექმნა, ერორების გამოსწორება)</a:t>
            </a:r>
          </a:p>
          <a:p>
            <a:r>
              <a:rPr lang="ka-GE" dirty="0">
                <a:solidFill>
                  <a:schemeClr val="bg1"/>
                </a:solidFill>
              </a:rPr>
              <a:t>ირაკლი ჭაია (პროგრამისტი, </a:t>
            </a:r>
            <a:r>
              <a:rPr lang="en-US" dirty="0">
                <a:solidFill>
                  <a:schemeClr val="bg1"/>
                </a:solidFill>
              </a:rPr>
              <a:t>Turtle</a:t>
            </a:r>
            <a:r>
              <a:rPr lang="ka-GE" dirty="0">
                <a:solidFill>
                  <a:schemeClr val="bg1"/>
                </a:solidFill>
              </a:rPr>
              <a:t>ის შექმნა, პრეზენტაციის შექმნა)</a:t>
            </a:r>
          </a:p>
          <a:p>
            <a:r>
              <a:rPr lang="ka-GE" dirty="0">
                <a:solidFill>
                  <a:schemeClr val="bg1"/>
                </a:solidFill>
              </a:rPr>
              <a:t>ჩვენ ორივე ვიმუშავეთ ამ პროექტისთვის.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4EB9DAD-9F99-4093-9F2D-1A82CD98DB4E}"/>
                  </a:ext>
                </a:extLst>
              </p14:cNvPr>
              <p14:cNvContentPartPr/>
              <p14:nvPr/>
            </p14:nvContentPartPr>
            <p14:xfrm>
              <a:off x="-501600" y="4754680"/>
              <a:ext cx="13761000" cy="26858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4EB9DAD-9F99-4093-9F2D-1A82CD98DB4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564600" y="4691690"/>
                <a:ext cx="13886640" cy="28114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035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F5ADBF-E855-4A7C-8C47-1176199EA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4801"/>
            <a:ext cx="9144000" cy="12954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AGogeb" pitchFamily="2" charset="0"/>
              </a:rPr>
              <a:t>ra </a:t>
            </a:r>
            <a:r>
              <a:rPr lang="en-US" dirty="0" err="1">
                <a:solidFill>
                  <a:schemeClr val="bg1"/>
                </a:solidFill>
                <a:latin typeface="AGogeb" pitchFamily="2" charset="0"/>
              </a:rPr>
              <a:t>iyo</a:t>
            </a:r>
            <a:r>
              <a:rPr lang="en-US" dirty="0">
                <a:solidFill>
                  <a:schemeClr val="bg1"/>
                </a:solidFill>
                <a:latin typeface="AGogeb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Gogeb" pitchFamily="2" charset="0"/>
              </a:rPr>
              <a:t>proeqtSis</a:t>
            </a:r>
            <a:r>
              <a:rPr lang="en-US" dirty="0">
                <a:solidFill>
                  <a:schemeClr val="bg1"/>
                </a:solidFill>
                <a:latin typeface="AGogeb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Gogeb" pitchFamily="2" charset="0"/>
              </a:rPr>
              <a:t>mizani</a:t>
            </a:r>
            <a:r>
              <a:rPr lang="en-US" dirty="0">
                <a:solidFill>
                  <a:schemeClr val="bg1"/>
                </a:solidFill>
                <a:latin typeface="AGogeb" pitchFamily="2" charset="0"/>
              </a:rPr>
              <a:t>?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3364326-6BE3-4440-9660-D8DC593917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71920"/>
            <a:ext cx="9144000" cy="2685879"/>
          </a:xfrm>
        </p:spPr>
        <p:txBody>
          <a:bodyPr/>
          <a:lstStyle/>
          <a:p>
            <a:r>
              <a:rPr lang="ka-GE" dirty="0">
                <a:solidFill>
                  <a:schemeClr val="bg1"/>
                </a:solidFill>
              </a:rPr>
              <a:t>პროექტის მიზანი იყო რომ საბანკო სისტემა შეგვქმნილი იყო.</a:t>
            </a:r>
          </a:p>
          <a:p>
            <a:r>
              <a:rPr lang="ka-GE" dirty="0">
                <a:solidFill>
                  <a:schemeClr val="bg1"/>
                </a:solidFill>
              </a:rPr>
              <a:t>რაც გაჩვენებთ, აქვს აუთენტიფიკაცია, ჯარიმების და</a:t>
            </a:r>
          </a:p>
          <a:p>
            <a:r>
              <a:rPr lang="ka-GE" dirty="0">
                <a:solidFill>
                  <a:schemeClr val="bg1"/>
                </a:solidFill>
              </a:rPr>
              <a:t>კომუნალურების გადახდის სისტემა, სესხის აღება, და ასე</a:t>
            </a:r>
          </a:p>
          <a:p>
            <a:r>
              <a:rPr lang="ka-GE" dirty="0">
                <a:solidFill>
                  <a:schemeClr val="bg1"/>
                </a:solidFill>
              </a:rPr>
              <a:t>შემდეგ რაც მერე მალევე გაჩვენებთ!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92A94A7-74D4-45F9-97ED-B09C85B1565E}"/>
                  </a:ext>
                </a:extLst>
              </p14:cNvPr>
              <p14:cNvContentPartPr/>
              <p14:nvPr/>
            </p14:nvContentPartPr>
            <p14:xfrm>
              <a:off x="-501600" y="4754680"/>
              <a:ext cx="13761000" cy="2685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92A94A7-74D4-45F9-97ED-B09C85B1565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564600" y="4691690"/>
                <a:ext cx="13886640" cy="28114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8619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F5ADBF-E855-4A7C-8C47-1176199EA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4800"/>
            <a:ext cx="9144000" cy="178279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AGogeb" pitchFamily="2" charset="0"/>
              </a:rPr>
              <a:t>ra </a:t>
            </a:r>
            <a:r>
              <a:rPr lang="en-US" dirty="0" err="1">
                <a:solidFill>
                  <a:schemeClr val="bg1"/>
                </a:solidFill>
                <a:latin typeface="AGogeb" pitchFamily="2" charset="0"/>
              </a:rPr>
              <a:t>gamoviyeneT</a:t>
            </a:r>
            <a:r>
              <a:rPr lang="en-US" dirty="0">
                <a:solidFill>
                  <a:schemeClr val="bg1"/>
                </a:solidFill>
                <a:latin typeface="AGogeb" pitchFamily="2" charset="0"/>
              </a:rPr>
              <a:t> am </a:t>
            </a:r>
            <a:r>
              <a:rPr lang="en-US" dirty="0" err="1">
                <a:solidFill>
                  <a:schemeClr val="bg1"/>
                </a:solidFill>
                <a:latin typeface="AGogeb" pitchFamily="2" charset="0"/>
              </a:rPr>
              <a:t>proeqtisTvis</a:t>
            </a:r>
            <a:r>
              <a:rPr lang="en-US" dirty="0">
                <a:solidFill>
                  <a:schemeClr val="bg1"/>
                </a:solidFill>
                <a:latin typeface="AGogeb" pitchFamily="2" charset="0"/>
              </a:rPr>
              <a:t>?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3364326-6BE3-4440-9660-D8DC593917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18080"/>
            <a:ext cx="9144000" cy="2839719"/>
          </a:xfrm>
        </p:spPr>
        <p:txBody>
          <a:bodyPr/>
          <a:lstStyle/>
          <a:p>
            <a:r>
              <a:rPr lang="ka-GE" dirty="0">
                <a:solidFill>
                  <a:schemeClr val="bg1"/>
                </a:solidFill>
              </a:rPr>
              <a:t>ჩვენ </a:t>
            </a:r>
            <a:r>
              <a:rPr lang="en-US" dirty="0">
                <a:solidFill>
                  <a:schemeClr val="bg1"/>
                </a:solidFill>
              </a:rPr>
              <a:t>GOA</a:t>
            </a:r>
            <a:r>
              <a:rPr lang="ka-GE" dirty="0">
                <a:solidFill>
                  <a:schemeClr val="bg1"/>
                </a:solidFill>
              </a:rPr>
              <a:t>ს გაკვეთილებიდან ვისყავლეთ </a:t>
            </a:r>
            <a:r>
              <a:rPr lang="en-US" dirty="0">
                <a:solidFill>
                  <a:schemeClr val="bg1"/>
                </a:solidFill>
              </a:rPr>
              <a:t>Visual Studio,</a:t>
            </a:r>
            <a:endParaRPr lang="ka-GE" dirty="0">
              <a:solidFill>
                <a:schemeClr val="bg1"/>
              </a:solidFill>
            </a:endParaRPr>
          </a:p>
          <a:p>
            <a:r>
              <a:rPr lang="ka-GE" dirty="0">
                <a:solidFill>
                  <a:schemeClr val="bg1"/>
                </a:solidFill>
              </a:rPr>
              <a:t>და იმაშ</a:t>
            </a:r>
            <a:r>
              <a:rPr lang="en-US" dirty="0">
                <a:solidFill>
                  <a:schemeClr val="bg1"/>
                </a:solidFill>
              </a:rPr>
              <a:t> Python </a:t>
            </a:r>
            <a:r>
              <a:rPr lang="ka-GE" dirty="0">
                <a:solidFill>
                  <a:schemeClr val="bg1"/>
                </a:solidFill>
              </a:rPr>
              <a:t>გამოვიყენეთ პროექტისთვის,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ka-GE" dirty="0">
                <a:solidFill>
                  <a:schemeClr val="bg1"/>
                </a:solidFill>
              </a:rPr>
              <a:t>მაგ. </a:t>
            </a:r>
            <a:r>
              <a:rPr lang="en-US" dirty="0">
                <a:solidFill>
                  <a:schemeClr val="bg1"/>
                </a:solidFill>
              </a:rPr>
              <a:t>Turtle</a:t>
            </a:r>
            <a:r>
              <a:rPr lang="ka-GE" dirty="0">
                <a:solidFill>
                  <a:schemeClr val="bg1"/>
                </a:solidFill>
              </a:rPr>
              <a:t>, </a:t>
            </a:r>
            <a:r>
              <a:rPr lang="en-US" dirty="0">
                <a:solidFill>
                  <a:schemeClr val="bg1"/>
                </a:solidFill>
              </a:rPr>
              <a:t>if else, input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ka-GE" dirty="0">
                <a:solidFill>
                  <a:schemeClr val="bg1"/>
                </a:solidFill>
              </a:rPr>
              <a:t>და სხვ.</a:t>
            </a:r>
          </a:p>
          <a:p>
            <a:r>
              <a:rPr lang="ka-GE" dirty="0">
                <a:solidFill>
                  <a:schemeClr val="bg1"/>
                </a:solidFill>
              </a:rPr>
              <a:t>თავისთავად ეს პრეზენტაცია არის შექმნილი </a:t>
            </a:r>
            <a:r>
              <a:rPr lang="en-US" dirty="0">
                <a:solidFill>
                  <a:schemeClr val="bg1"/>
                </a:solidFill>
              </a:rPr>
              <a:t>PowerPoint</a:t>
            </a:r>
            <a:r>
              <a:rPr lang="ka-GE" dirty="0">
                <a:solidFill>
                  <a:schemeClr val="bg1"/>
                </a:solidFill>
              </a:rPr>
              <a:t>ში.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FE82E38-E663-40C7-81F8-D7606A6E710B}"/>
                  </a:ext>
                </a:extLst>
              </p14:cNvPr>
              <p14:cNvContentPartPr/>
              <p14:nvPr/>
            </p14:nvContentPartPr>
            <p14:xfrm>
              <a:off x="-501600" y="4754680"/>
              <a:ext cx="13761000" cy="2685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FE82E38-E663-40C7-81F8-D7606A6E710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564600" y="4691690"/>
                <a:ext cx="13886640" cy="28114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5490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F5ADBF-E855-4A7C-8C47-1176199EA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4801"/>
            <a:ext cx="9144000" cy="1955320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AGogeb" pitchFamily="2" charset="0"/>
              </a:rPr>
              <a:t>ramdeni</a:t>
            </a:r>
            <a:r>
              <a:rPr lang="en-US" dirty="0">
                <a:solidFill>
                  <a:schemeClr val="bg1"/>
                </a:solidFill>
                <a:latin typeface="AGogeb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Gogeb" pitchFamily="2" charset="0"/>
              </a:rPr>
              <a:t>dro</a:t>
            </a:r>
            <a:r>
              <a:rPr lang="en-US" dirty="0">
                <a:solidFill>
                  <a:schemeClr val="bg1"/>
                </a:solidFill>
                <a:latin typeface="AGogeb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Gogeb" pitchFamily="2" charset="0"/>
              </a:rPr>
              <a:t>dagvWirda</a:t>
            </a:r>
            <a:r>
              <a:rPr lang="en-US" dirty="0">
                <a:solidFill>
                  <a:schemeClr val="bg1"/>
                </a:solidFill>
                <a:latin typeface="AGogeb" pitchFamily="2" charset="0"/>
              </a:rPr>
              <a:t> am </a:t>
            </a:r>
            <a:r>
              <a:rPr lang="en-US" dirty="0" err="1">
                <a:solidFill>
                  <a:schemeClr val="bg1"/>
                </a:solidFill>
                <a:latin typeface="AGogeb" pitchFamily="2" charset="0"/>
              </a:rPr>
              <a:t>proeqtisTvis</a:t>
            </a:r>
            <a:r>
              <a:rPr lang="en-US" dirty="0">
                <a:solidFill>
                  <a:schemeClr val="bg1"/>
                </a:solidFill>
                <a:latin typeface="AGogeb" pitchFamily="2" charset="0"/>
              </a:rPr>
              <a:t>?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3364326-6BE3-4440-9660-D8DC593917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32981"/>
            <a:ext cx="9144000" cy="2324818"/>
          </a:xfrm>
        </p:spPr>
        <p:txBody>
          <a:bodyPr/>
          <a:lstStyle/>
          <a:p>
            <a:r>
              <a:rPr lang="ka-GE" dirty="0">
                <a:solidFill>
                  <a:schemeClr val="bg1"/>
                </a:solidFill>
              </a:rPr>
              <a:t>თითქმის მთელი კვირა დაგვჭირდა ამ პროექტის</a:t>
            </a:r>
          </a:p>
          <a:p>
            <a:r>
              <a:rPr lang="ka-GE" dirty="0">
                <a:solidFill>
                  <a:schemeClr val="bg1"/>
                </a:solidFill>
              </a:rPr>
              <a:t>დასრულებისთვის.</a:t>
            </a:r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92A94A7-74D4-45F9-97ED-B09C85B1565E}"/>
                  </a:ext>
                </a:extLst>
              </p14:cNvPr>
              <p14:cNvContentPartPr/>
              <p14:nvPr/>
            </p14:nvContentPartPr>
            <p14:xfrm>
              <a:off x="-501600" y="4754680"/>
              <a:ext cx="13761000" cy="2685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92A94A7-74D4-45F9-97ED-B09C85B1565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564600" y="4691690"/>
                <a:ext cx="13886640" cy="28114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53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F5ADBF-E855-4A7C-8C47-1176199EA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4801"/>
            <a:ext cx="9144000" cy="1955320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AGogeb" pitchFamily="2" charset="0"/>
              </a:rPr>
              <a:t>Exla</a:t>
            </a:r>
            <a:r>
              <a:rPr lang="en-US" dirty="0">
                <a:solidFill>
                  <a:schemeClr val="bg1"/>
                </a:solidFill>
                <a:latin typeface="AGogeb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Gogeb" pitchFamily="2" charset="0"/>
              </a:rPr>
              <a:t>aris</a:t>
            </a:r>
            <a:r>
              <a:rPr lang="en-US" dirty="0">
                <a:solidFill>
                  <a:schemeClr val="bg1"/>
                </a:solidFill>
                <a:latin typeface="AGogeb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Gogeb" pitchFamily="2" charset="0"/>
              </a:rPr>
              <a:t>saintereso</a:t>
            </a:r>
            <a:r>
              <a:rPr lang="en-US" dirty="0">
                <a:solidFill>
                  <a:schemeClr val="bg1"/>
                </a:solidFill>
                <a:latin typeface="AGogeb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Gogeb" pitchFamily="2" charset="0"/>
              </a:rPr>
              <a:t>nawili</a:t>
            </a:r>
            <a:r>
              <a:rPr lang="en-US" dirty="0">
                <a:solidFill>
                  <a:schemeClr val="bg1"/>
                </a:solidFill>
                <a:latin typeface="AGogeb" pitchFamily="2" charset="0"/>
              </a:rPr>
              <a:t>…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3364326-6BE3-4440-9660-D8DC593917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5178"/>
            <a:ext cx="9144000" cy="2294626"/>
          </a:xfrm>
        </p:spPr>
        <p:txBody>
          <a:bodyPr>
            <a:normAutofit/>
          </a:bodyPr>
          <a:lstStyle/>
          <a:p>
            <a:r>
              <a:rPr lang="ka-GE" dirty="0">
                <a:solidFill>
                  <a:schemeClr val="bg1"/>
                </a:solidFill>
              </a:rPr>
              <a:t>გაჩვენებთ როგორ მუშაობს ჩვენი პროექტი!</a:t>
            </a:r>
          </a:p>
          <a:p>
            <a:r>
              <a:rPr lang="ka-GE" dirty="0">
                <a:solidFill>
                  <a:schemeClr val="bg1"/>
                </a:solidFill>
              </a:rPr>
              <a:t>ერთ ნაბიჯით ავხსნით რა არის რა,</a:t>
            </a:r>
          </a:p>
          <a:p>
            <a:r>
              <a:rPr lang="ka-GE" dirty="0">
                <a:solidFill>
                  <a:schemeClr val="bg1"/>
                </a:solidFill>
              </a:rPr>
              <a:t>როგორ მუშაობს,</a:t>
            </a:r>
          </a:p>
          <a:p>
            <a:r>
              <a:rPr lang="ka-GE" dirty="0">
                <a:solidFill>
                  <a:schemeClr val="bg1"/>
                </a:solidFill>
              </a:rPr>
              <a:t>და სხვა!</a:t>
            </a:r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92A94A7-74D4-45F9-97ED-B09C85B1565E}"/>
                  </a:ext>
                </a:extLst>
              </p14:cNvPr>
              <p14:cNvContentPartPr/>
              <p14:nvPr/>
            </p14:nvContentPartPr>
            <p14:xfrm>
              <a:off x="-501600" y="4754680"/>
              <a:ext cx="13761000" cy="2685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92A94A7-74D4-45F9-97ED-B09C85B1565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564600" y="4691690"/>
                <a:ext cx="13886640" cy="28114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6252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154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AGogeb</vt:lpstr>
      <vt:lpstr>Arial</vt:lpstr>
      <vt:lpstr>Calibri</vt:lpstr>
      <vt:lpstr>Calibri Light</vt:lpstr>
      <vt:lpstr>Sylfaen</vt:lpstr>
      <vt:lpstr>Office Theme</vt:lpstr>
      <vt:lpstr>banki</vt:lpstr>
      <vt:lpstr>vin imuSava proeqtSi?</vt:lpstr>
      <vt:lpstr>ra iyo proeqtSis mizani?</vt:lpstr>
      <vt:lpstr>ra gamoviyeneT am proeqtisTvis?</vt:lpstr>
      <vt:lpstr>ramdeni dro dagvWirda am proeqtisTvis?</vt:lpstr>
      <vt:lpstr>Exla aris saintereso nawili…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</dc:title>
  <dc:creator>Lenovo Thinkbook</dc:creator>
  <cp:lastModifiedBy>Lenovo Thinkbook</cp:lastModifiedBy>
  <cp:revision>7</cp:revision>
  <dcterms:created xsi:type="dcterms:W3CDTF">2026-07-17T09:50:20Z</dcterms:created>
  <dcterms:modified xsi:type="dcterms:W3CDTF">2026-07-22T18:34:29Z</dcterms:modified>
</cp:coreProperties>
</file>