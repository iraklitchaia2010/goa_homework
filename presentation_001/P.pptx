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1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0059-5C22-4041-81D1-CBE0B4227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82CCD-4723-4669-9956-3C70D9574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885A1-93E1-4210-8F11-982BCC0F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00FEF-A8CC-43C6-840E-B7CABBE5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39A91-762E-470B-BF9E-C5439665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C6A3-05AD-4DB6-B864-1EE81B68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81ABD-22B4-4AE5-A571-73BA5CD96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AB5B-C08F-4AD9-9144-D7DC2D12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D2069-E918-4DBD-92A4-EBA525E6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3333-8BE4-4B62-85CF-3927575A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9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6FEF7-4D35-4471-99BF-C1B6ADA0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DDA85-4100-447B-8501-2D1B1C1F4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EA609-8D27-4A1D-80CD-D3035F5B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E3E7-06F0-40F8-BD64-27B01708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0F292-8DA8-4BD2-83A1-C713FDA3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8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D054-C213-4EE5-B568-AD224829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09DB-94FD-4260-86D0-B947F840A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204EF-A97A-49CF-8350-1047B445B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B9D70-262A-4442-996F-51AAFF2F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CF9BC-2B3B-49D2-88B1-F368B091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EEB6F-1ED9-4D52-A944-705FF44B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8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C437-3ED9-4D4B-8D3B-F86D1522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9F071-38F2-419B-AB65-09E2A472D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0B8F0-1C9B-4AF4-BE38-8AD811F95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886F6-19C7-4AE8-8F03-258347B01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A672B-05BB-4726-AC23-B635A97C7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C90AB5-297C-40A8-A051-08818AE4F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5252B-60BC-4B8E-BEA0-FA4A53BF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C1D4E-0325-43A8-85AD-16545C7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79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7E27-5473-41EC-BFCA-87C720AA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0DB13-FC31-44A5-9080-59E288EB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84B26-8C00-4F2A-BF49-A450D6AD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5438B-F2AF-4DD9-8997-68D24646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8E869-2548-4FCB-9D6F-745AFAD3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203AB-6115-4063-8AAE-A76EACE0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61457-9F89-4F21-9665-9610A11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9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10B4-62B2-4FFD-9421-136DF09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FBD65-3AF5-40E2-90C8-B48A8832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9AFBD-DC76-47E3-A60B-A2473742E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E9451-2E6E-4742-8AE1-9923BF040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A4577-A0E4-47CE-8930-CA84C76E0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7B233-9CA4-422E-B073-EC2D8EEC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5E668-F3D2-4928-B7E6-A75160C7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BF70A-AC91-48DE-8360-003D340F2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9819A-D2AB-4701-9D1B-3FA5A1BA0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73DCC-F156-42DC-BD19-F46800B1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5026E-3C04-4F4E-942C-2ABD0E14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CCDE8-5AAB-44B3-8027-8F53595C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6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2C5A-CED2-41B8-9D57-29C76E29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AB10E-42AE-41B8-8905-9DC5CF3E5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1054A-E8FC-4165-9155-6D75B3FE4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9179B-FC92-42D0-B465-3A172EA0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E0960-BEB8-4114-9A5B-7C592E5D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F040A-9D5C-4167-95C2-14ADA006E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1A440-43D6-42C2-B24F-73AF40A31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35261-CDDF-4B08-B73E-D5E53110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F44C4-6399-49F5-A14C-12EE005E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89949-2C6A-4F21-96D8-06F1ABC6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4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DFA01-BBBA-494C-AA34-143E40B9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BF56F-7E3A-40DC-91F7-B37C4F7DD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C899D-CA5F-49E9-BBC6-48A0025F3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3A6CF-522B-4598-B908-FD6ED4E1869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F149A-350D-4682-8A99-9469ED35C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E5BC0-2A6D-4A88-9F56-E3DD83F6B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4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F5D322-19D2-4475-BD10-6EBF31ABF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9760" y="1089660"/>
            <a:ext cx="4968240" cy="4168140"/>
          </a:xfrm>
        </p:spPr>
        <p:txBody>
          <a:bodyPr>
            <a:normAutofit/>
          </a:bodyPr>
          <a:lstStyle/>
          <a:p>
            <a:r>
              <a:rPr lang="en-US" sz="3600" i="1" dirty="0">
                <a:solidFill>
                  <a:schemeClr val="bg1"/>
                </a:solidFill>
              </a:rPr>
              <a:t>~ </a:t>
            </a:r>
            <a:r>
              <a:rPr lang="ka-GE" sz="3600" i="1" dirty="0">
                <a:solidFill>
                  <a:schemeClr val="bg1"/>
                </a:solidFill>
              </a:rPr>
              <a:t>პრეზენტაცია </a:t>
            </a:r>
            <a:r>
              <a:rPr lang="en-US" sz="3600" i="1" dirty="0">
                <a:solidFill>
                  <a:schemeClr val="bg1"/>
                </a:solidFill>
              </a:rPr>
              <a:t>~</a:t>
            </a:r>
          </a:p>
          <a:p>
            <a:endParaRPr lang="en-US" sz="3600" i="1" dirty="0">
              <a:solidFill>
                <a:schemeClr val="bg1"/>
              </a:solidFill>
            </a:endParaRPr>
          </a:p>
          <a:p>
            <a:r>
              <a:rPr lang="ka-GE" i="1" dirty="0">
                <a:solidFill>
                  <a:schemeClr val="bg1"/>
                </a:solidFill>
              </a:rPr>
              <a:t>ანდრია სანაკოევი</a:t>
            </a:r>
          </a:p>
          <a:p>
            <a:r>
              <a:rPr lang="ka-GE" i="1" dirty="0">
                <a:solidFill>
                  <a:schemeClr val="bg1"/>
                </a:solidFill>
              </a:rPr>
              <a:t>ირაკლი ჭაია</a:t>
            </a:r>
            <a:endParaRPr lang="en-US" i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D6AA53-E2F4-4F70-B463-36AA51F1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089660"/>
            <a:ext cx="4168140" cy="41681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6DD580-1982-4EB4-8031-868D97C63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2690" y="4338637"/>
            <a:ext cx="1920240" cy="919163"/>
          </a:xfrm>
        </p:spPr>
        <p:txBody>
          <a:bodyPr>
            <a:normAutofit fontScale="90000"/>
          </a:bodyPr>
          <a:lstStyle/>
          <a:p>
            <a:r>
              <a:rPr lang="en-US" i="1" dirty="0" err="1">
                <a:solidFill>
                  <a:schemeClr val="bg1"/>
                </a:solidFill>
                <a:latin typeface="AGogeb" pitchFamily="2" charset="0"/>
              </a:rPr>
              <a:t>banki</a:t>
            </a:r>
            <a:endParaRPr lang="en-US" i="1" dirty="0">
              <a:solidFill>
                <a:schemeClr val="bg1"/>
              </a:solidFill>
              <a:latin typeface="AGoge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70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AGogeb</vt:lpstr>
      <vt:lpstr>Arial</vt:lpstr>
      <vt:lpstr>Calibri</vt:lpstr>
      <vt:lpstr>Calibri Light</vt:lpstr>
      <vt:lpstr>Sylfaen</vt:lpstr>
      <vt:lpstr>Office Theme</vt:lpstr>
      <vt:lpstr>banki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</dc:title>
  <dc:creator>Lenovo Thinkbook</dc:creator>
  <cp:lastModifiedBy>Lenovo Thinkbook</cp:lastModifiedBy>
  <cp:revision>1</cp:revision>
  <dcterms:created xsi:type="dcterms:W3CDTF">2026-07-17T09:50:20Z</dcterms:created>
  <dcterms:modified xsi:type="dcterms:W3CDTF">2026-07-17T09:58:07Z</dcterms:modified>
</cp:coreProperties>
</file>